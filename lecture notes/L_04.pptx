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58" r:id="rId3"/>
    <p:sldId id="259" r:id="rId4"/>
    <p:sldId id="260" r:id="rId5"/>
    <p:sldId id="262" r:id="rId6"/>
    <p:sldId id="261" r:id="rId7"/>
    <p:sldId id="263" r:id="rId8"/>
    <p:sldId id="264" r:id="rId9"/>
    <p:sldId id="265" r:id="rId10"/>
    <p:sldId id="266" r:id="rId11"/>
    <p:sldId id="267" r:id="rId12"/>
    <p:sldId id="268" r:id="rId13"/>
    <p:sldId id="269" r:id="rId14"/>
    <p:sldId id="270" r:id="rId15"/>
    <p:sldId id="271" r:id="rId16"/>
    <p:sldId id="272" r:id="rId17"/>
    <p:sldId id="276" r:id="rId18"/>
    <p:sldId id="277" r:id="rId19"/>
    <p:sldId id="273" r:id="rId20"/>
    <p:sldId id="274" r:id="rId21"/>
    <p:sldId id="275" r:id="rId22"/>
    <p:sldId id="278" r:id="rId23"/>
    <p:sldId id="279" r:id="rId24"/>
    <p:sldId id="280" r:id="rId25"/>
    <p:sldId id="281" r:id="rId26"/>
    <p:sldId id="282" r:id="rId27"/>
    <p:sldId id="283" r:id="rId28"/>
    <p:sldId id="284" r:id="rId29"/>
    <p:sldId id="379" r:id="rId30"/>
    <p:sldId id="381" r:id="rId31"/>
    <p:sldId id="382" r:id="rId32"/>
    <p:sldId id="383" r:id="rId33"/>
    <p:sldId id="384" r:id="rId34"/>
    <p:sldId id="385" r:id="rId35"/>
    <p:sldId id="388" r:id="rId36"/>
    <p:sldId id="389" r:id="rId37"/>
    <p:sldId id="391" r:id="rId38"/>
    <p:sldId id="387" r:id="rId39"/>
    <p:sldId id="39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7B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F579D5-D1C0-4196-AF0A-41A312EE9D36}" v="3430" dt="2026-07-28T05:13:41.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6" autoAdjust="0"/>
    <p:restoredTop sz="94660"/>
  </p:normalViewPr>
  <p:slideViewPr>
    <p:cSldViewPr snapToGrid="0">
      <p:cViewPr varScale="1">
        <p:scale>
          <a:sx n="59" d="100"/>
          <a:sy n="59" d="100"/>
        </p:scale>
        <p:origin x="621"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parelli, Enrica" userId="e6d7b4aa-a798-4692-bd7e-df2e77cda6e3" providerId="ADAL" clId="{AED95555-86AE-4DAC-9C4C-6A607A963546}"/>
    <pc:docChg chg="undo custSel addSld delSld modSld sldOrd">
      <pc:chgData name="Viparelli, Enrica" userId="e6d7b4aa-a798-4692-bd7e-df2e77cda6e3" providerId="ADAL" clId="{AED95555-86AE-4DAC-9C4C-6A607A963546}" dt="2026-07-28T05:13:58.092" v="4170" actId="20577"/>
      <pc:docMkLst>
        <pc:docMk/>
      </pc:docMkLst>
      <pc:sldChg chg="addSp modSp">
        <pc:chgData name="Viparelli, Enrica" userId="e6d7b4aa-a798-4692-bd7e-df2e77cda6e3" providerId="ADAL" clId="{AED95555-86AE-4DAC-9C4C-6A607A963546}" dt="2026-07-28T01:50:38.202" v="2118" actId="6549"/>
        <pc:sldMkLst>
          <pc:docMk/>
          <pc:sldMk cId="2504003290" sldId="258"/>
        </pc:sldMkLst>
        <pc:spChg chg="add mod">
          <ac:chgData name="Viparelli, Enrica" userId="e6d7b4aa-a798-4692-bd7e-df2e77cda6e3" providerId="ADAL" clId="{AED95555-86AE-4DAC-9C4C-6A607A963546}" dt="2026-07-28T01:50:38.202" v="2118" actId="6549"/>
          <ac:spMkLst>
            <pc:docMk/>
            <pc:sldMk cId="2504003290" sldId="258"/>
            <ac:spMk id="4" creationId="{48B557DD-9FB3-71E1-17A3-24098F93103A}"/>
          </ac:spMkLst>
        </pc:spChg>
      </pc:sldChg>
      <pc:sldChg chg="modSp">
        <pc:chgData name="Viparelli, Enrica" userId="e6d7b4aa-a798-4692-bd7e-df2e77cda6e3" providerId="ADAL" clId="{AED95555-86AE-4DAC-9C4C-6A607A963546}" dt="2026-07-28T01:47:04.789" v="2066" actId="20577"/>
        <pc:sldMkLst>
          <pc:docMk/>
          <pc:sldMk cId="1930967444" sldId="259"/>
        </pc:sldMkLst>
        <pc:spChg chg="mod">
          <ac:chgData name="Viparelli, Enrica" userId="e6d7b4aa-a798-4692-bd7e-df2e77cda6e3" providerId="ADAL" clId="{AED95555-86AE-4DAC-9C4C-6A607A963546}" dt="2026-07-28T01:46:08.367" v="1998" actId="20577"/>
          <ac:spMkLst>
            <pc:docMk/>
            <pc:sldMk cId="1930967444" sldId="259"/>
            <ac:spMk id="4" creationId="{652002BD-052F-9512-0366-5E5941EB4D38}"/>
          </ac:spMkLst>
        </pc:spChg>
        <pc:spChg chg="mod">
          <ac:chgData name="Viparelli, Enrica" userId="e6d7b4aa-a798-4692-bd7e-df2e77cda6e3" providerId="ADAL" clId="{AED95555-86AE-4DAC-9C4C-6A607A963546}" dt="2026-07-28T01:47:04.789" v="2066" actId="20577"/>
          <ac:spMkLst>
            <pc:docMk/>
            <pc:sldMk cId="1930967444" sldId="259"/>
            <ac:spMk id="5" creationId="{D2369AF8-E56D-F56D-29D1-0C046E47125C}"/>
          </ac:spMkLst>
        </pc:spChg>
      </pc:sldChg>
      <pc:sldChg chg="addSp modSp">
        <pc:chgData name="Viparelli, Enrica" userId="e6d7b4aa-a798-4692-bd7e-df2e77cda6e3" providerId="ADAL" clId="{AED95555-86AE-4DAC-9C4C-6A607A963546}" dt="2026-07-28T01:10:53.555" v="479"/>
        <pc:sldMkLst>
          <pc:docMk/>
          <pc:sldMk cId="1929940150" sldId="260"/>
        </pc:sldMkLst>
        <pc:spChg chg="add mod">
          <ac:chgData name="Viparelli, Enrica" userId="e6d7b4aa-a798-4692-bd7e-df2e77cda6e3" providerId="ADAL" clId="{AED95555-86AE-4DAC-9C4C-6A607A963546}" dt="2026-07-28T01:10:53.555" v="479"/>
          <ac:spMkLst>
            <pc:docMk/>
            <pc:sldMk cId="1929940150" sldId="260"/>
            <ac:spMk id="2" creationId="{62DB2B74-AEFC-7970-A06E-C9EE35BE565F}"/>
          </ac:spMkLst>
        </pc:spChg>
      </pc:sldChg>
      <pc:sldChg chg="addSp modSp">
        <pc:chgData name="Viparelli, Enrica" userId="e6d7b4aa-a798-4692-bd7e-df2e77cda6e3" providerId="ADAL" clId="{AED95555-86AE-4DAC-9C4C-6A607A963546}" dt="2026-07-28T01:25:55.350" v="1299" actId="20577"/>
        <pc:sldMkLst>
          <pc:docMk/>
          <pc:sldMk cId="2149763554" sldId="261"/>
        </pc:sldMkLst>
        <pc:spChg chg="mod">
          <ac:chgData name="Viparelli, Enrica" userId="e6d7b4aa-a798-4692-bd7e-df2e77cda6e3" providerId="ADAL" clId="{AED95555-86AE-4DAC-9C4C-6A607A963546}" dt="2026-07-28T01:18:56.077" v="845" actId="20577"/>
          <ac:spMkLst>
            <pc:docMk/>
            <pc:sldMk cId="2149763554" sldId="261"/>
            <ac:spMk id="2" creationId="{7908348F-5C66-7751-223D-62CD260B9072}"/>
          </ac:spMkLst>
        </pc:spChg>
        <pc:spChg chg="mod">
          <ac:chgData name="Viparelli, Enrica" userId="e6d7b4aa-a798-4692-bd7e-df2e77cda6e3" providerId="ADAL" clId="{AED95555-86AE-4DAC-9C4C-6A607A963546}" dt="2026-07-28T01:14:42.422" v="632" actId="20577"/>
          <ac:spMkLst>
            <pc:docMk/>
            <pc:sldMk cId="2149763554" sldId="261"/>
            <ac:spMk id="7" creationId="{670129F4-9793-F757-41E7-56D57784FBDA}"/>
          </ac:spMkLst>
        </pc:spChg>
        <pc:spChg chg="mod">
          <ac:chgData name="Viparelli, Enrica" userId="e6d7b4aa-a798-4692-bd7e-df2e77cda6e3" providerId="ADAL" clId="{AED95555-86AE-4DAC-9C4C-6A607A963546}" dt="2026-07-28T01:17:01.894" v="844" actId="20577"/>
          <ac:spMkLst>
            <pc:docMk/>
            <pc:sldMk cId="2149763554" sldId="261"/>
            <ac:spMk id="11" creationId="{3F85310E-5E53-549F-A9D6-300C570668E1}"/>
          </ac:spMkLst>
        </pc:spChg>
        <pc:spChg chg="add mod">
          <ac:chgData name="Viparelli, Enrica" userId="e6d7b4aa-a798-4692-bd7e-df2e77cda6e3" providerId="ADAL" clId="{AED95555-86AE-4DAC-9C4C-6A607A963546}" dt="2026-07-28T01:22:56.241" v="888" actId="255"/>
          <ac:spMkLst>
            <pc:docMk/>
            <pc:sldMk cId="2149763554" sldId="261"/>
            <ac:spMk id="12" creationId="{2AB0902F-D30B-D796-14B5-489C71905CFD}"/>
          </ac:spMkLst>
        </pc:spChg>
        <pc:spChg chg="mod">
          <ac:chgData name="Viparelli, Enrica" userId="e6d7b4aa-a798-4692-bd7e-df2e77cda6e3" providerId="ADAL" clId="{AED95555-86AE-4DAC-9C4C-6A607A963546}" dt="2026-07-28T01:25:55.350" v="1299" actId="20577"/>
          <ac:spMkLst>
            <pc:docMk/>
            <pc:sldMk cId="2149763554" sldId="261"/>
            <ac:spMk id="14" creationId="{FE15C8C1-68AE-5E6A-34EB-7396B60B02B2}"/>
          </ac:spMkLst>
        </pc:spChg>
      </pc:sldChg>
      <pc:sldChg chg="addSp modSp">
        <pc:chgData name="Viparelli, Enrica" userId="e6d7b4aa-a798-4692-bd7e-df2e77cda6e3" providerId="ADAL" clId="{AED95555-86AE-4DAC-9C4C-6A607A963546}" dt="2026-07-28T01:08:37.497" v="477" actId="767"/>
        <pc:sldMkLst>
          <pc:docMk/>
          <pc:sldMk cId="3079169542" sldId="261"/>
        </pc:sldMkLst>
        <pc:spChg chg="add mod">
          <ac:chgData name="Viparelli, Enrica" userId="e6d7b4aa-a798-4692-bd7e-df2e77cda6e3" providerId="ADAL" clId="{AED95555-86AE-4DAC-9C4C-6A607A963546}" dt="2026-07-28T01:08:37.497" v="477" actId="767"/>
          <ac:spMkLst>
            <pc:docMk/>
            <pc:sldMk cId="3079169542" sldId="261"/>
            <ac:spMk id="2" creationId="{E2F6AB69-7BD8-9456-781F-98211D63FDDE}"/>
          </ac:spMkLst>
        </pc:spChg>
      </pc:sldChg>
      <pc:sldChg chg="ord">
        <pc:chgData name="Viparelli, Enrica" userId="e6d7b4aa-a798-4692-bd7e-df2e77cda6e3" providerId="ADAL" clId="{AED95555-86AE-4DAC-9C4C-6A607A963546}" dt="2026-07-28T01:34:14.492" v="1417"/>
        <pc:sldMkLst>
          <pc:docMk/>
          <pc:sldMk cId="1095604857" sldId="262"/>
        </pc:sldMkLst>
      </pc:sldChg>
      <pc:sldChg chg="modSp">
        <pc:chgData name="Viparelli, Enrica" userId="e6d7b4aa-a798-4692-bd7e-df2e77cda6e3" providerId="ADAL" clId="{AED95555-86AE-4DAC-9C4C-6A607A963546}" dt="2026-07-28T01:33:05.344" v="1416" actId="20577"/>
        <pc:sldMkLst>
          <pc:docMk/>
          <pc:sldMk cId="4251785321" sldId="263"/>
        </pc:sldMkLst>
        <pc:spChg chg="mod">
          <ac:chgData name="Viparelli, Enrica" userId="e6d7b4aa-a798-4692-bd7e-df2e77cda6e3" providerId="ADAL" clId="{AED95555-86AE-4DAC-9C4C-6A607A963546}" dt="2026-07-28T01:33:05.344" v="1416" actId="20577"/>
          <ac:spMkLst>
            <pc:docMk/>
            <pc:sldMk cId="4251785321" sldId="263"/>
            <ac:spMk id="5" creationId="{1586D9C9-7772-05D3-0B47-60F2F65A03F9}"/>
          </ac:spMkLst>
        </pc:spChg>
      </pc:sldChg>
      <pc:sldChg chg="modSp">
        <pc:chgData name="Viparelli, Enrica" userId="e6d7b4aa-a798-4692-bd7e-df2e77cda6e3" providerId="ADAL" clId="{AED95555-86AE-4DAC-9C4C-6A607A963546}" dt="2026-07-28T01:36:51.335" v="1420" actId="113"/>
        <pc:sldMkLst>
          <pc:docMk/>
          <pc:sldMk cId="1845860628" sldId="264"/>
        </pc:sldMkLst>
        <pc:spChg chg="mod">
          <ac:chgData name="Viparelli, Enrica" userId="e6d7b4aa-a798-4692-bd7e-df2e77cda6e3" providerId="ADAL" clId="{AED95555-86AE-4DAC-9C4C-6A607A963546}" dt="2026-07-28T01:36:51.335" v="1420" actId="113"/>
          <ac:spMkLst>
            <pc:docMk/>
            <pc:sldMk cId="1845860628" sldId="264"/>
            <ac:spMk id="12" creationId="{24C5AEBE-F9D8-3BF7-78BB-E05BBA65E97C}"/>
          </ac:spMkLst>
        </pc:spChg>
      </pc:sldChg>
      <pc:sldChg chg="modSp">
        <pc:chgData name="Viparelli, Enrica" userId="e6d7b4aa-a798-4692-bd7e-df2e77cda6e3" providerId="ADAL" clId="{AED95555-86AE-4DAC-9C4C-6A607A963546}" dt="2026-07-28T01:47:44.003" v="2076" actId="20577"/>
        <pc:sldMkLst>
          <pc:docMk/>
          <pc:sldMk cId="2082007639" sldId="265"/>
        </pc:sldMkLst>
        <pc:spChg chg="mod">
          <ac:chgData name="Viparelli, Enrica" userId="e6d7b4aa-a798-4692-bd7e-df2e77cda6e3" providerId="ADAL" clId="{AED95555-86AE-4DAC-9C4C-6A607A963546}" dt="2026-07-28T01:47:35.896" v="2072" actId="20577"/>
          <ac:spMkLst>
            <pc:docMk/>
            <pc:sldMk cId="2082007639" sldId="265"/>
            <ac:spMk id="5" creationId="{1DAECDE5-B3F3-3742-2ED6-A15840697C0B}"/>
          </ac:spMkLst>
        </pc:spChg>
        <pc:spChg chg="mod">
          <ac:chgData name="Viparelli, Enrica" userId="e6d7b4aa-a798-4692-bd7e-df2e77cda6e3" providerId="ADAL" clId="{AED95555-86AE-4DAC-9C4C-6A607A963546}" dt="2026-07-28T01:47:44.003" v="2076" actId="20577"/>
          <ac:spMkLst>
            <pc:docMk/>
            <pc:sldMk cId="2082007639" sldId="265"/>
            <ac:spMk id="8" creationId="{0ED309EF-5C5A-746B-E174-41F11F66588D}"/>
          </ac:spMkLst>
        </pc:spChg>
      </pc:sldChg>
      <pc:sldChg chg="modSp">
        <pc:chgData name="Viparelli, Enrica" userId="e6d7b4aa-a798-4692-bd7e-df2e77cda6e3" providerId="ADAL" clId="{AED95555-86AE-4DAC-9C4C-6A607A963546}" dt="2026-07-28T01:58:34.177" v="2378" actId="20577"/>
        <pc:sldMkLst>
          <pc:docMk/>
          <pc:sldMk cId="3832473911" sldId="266"/>
        </pc:sldMkLst>
        <pc:spChg chg="mod">
          <ac:chgData name="Viparelli, Enrica" userId="e6d7b4aa-a798-4692-bd7e-df2e77cda6e3" providerId="ADAL" clId="{AED95555-86AE-4DAC-9C4C-6A607A963546}" dt="2026-07-28T01:48:02.660" v="2082" actId="20577"/>
          <ac:spMkLst>
            <pc:docMk/>
            <pc:sldMk cId="3832473911" sldId="266"/>
            <ac:spMk id="5" creationId="{263E9390-CF09-3019-99F4-F589BBC311D2}"/>
          </ac:spMkLst>
        </pc:spChg>
        <pc:spChg chg="mod">
          <ac:chgData name="Viparelli, Enrica" userId="e6d7b4aa-a798-4692-bd7e-df2e77cda6e3" providerId="ADAL" clId="{AED95555-86AE-4DAC-9C4C-6A607A963546}" dt="2026-07-28T01:58:34.177" v="2378" actId="20577"/>
          <ac:spMkLst>
            <pc:docMk/>
            <pc:sldMk cId="3832473911" sldId="266"/>
            <ac:spMk id="7" creationId="{02A684CB-5E2B-6E3E-B2B8-1C265E2DAC29}"/>
          </ac:spMkLst>
        </pc:spChg>
        <pc:spChg chg="mod">
          <ac:chgData name="Viparelli, Enrica" userId="e6d7b4aa-a798-4692-bd7e-df2e77cda6e3" providerId="ADAL" clId="{AED95555-86AE-4DAC-9C4C-6A607A963546}" dt="2026-07-28T01:48:15.543" v="2087" actId="20577"/>
          <ac:spMkLst>
            <pc:docMk/>
            <pc:sldMk cId="3832473911" sldId="266"/>
            <ac:spMk id="8" creationId="{7E7E1853-8EA5-EE7A-9B1A-12B523F62FA6}"/>
          </ac:spMkLst>
        </pc:spChg>
      </pc:sldChg>
      <pc:sldChg chg="addSp modSp">
        <pc:chgData name="Viparelli, Enrica" userId="e6d7b4aa-a798-4692-bd7e-df2e77cda6e3" providerId="ADAL" clId="{AED95555-86AE-4DAC-9C4C-6A607A963546}" dt="2026-07-28T02:03:46.546" v="2379" actId="767"/>
        <pc:sldMkLst>
          <pc:docMk/>
          <pc:sldMk cId="1254511503" sldId="268"/>
        </pc:sldMkLst>
        <pc:spChg chg="add mod">
          <ac:chgData name="Viparelli, Enrica" userId="e6d7b4aa-a798-4692-bd7e-df2e77cda6e3" providerId="ADAL" clId="{AED95555-86AE-4DAC-9C4C-6A607A963546}" dt="2026-07-28T02:03:46.546" v="2379" actId="767"/>
          <ac:spMkLst>
            <pc:docMk/>
            <pc:sldMk cId="1254511503" sldId="268"/>
            <ac:spMk id="9" creationId="{69A3762D-D856-F972-2AE0-B5E486E1DA79}"/>
          </ac:spMkLst>
        </pc:spChg>
      </pc:sldChg>
      <pc:sldChg chg="modSp">
        <pc:chgData name="Viparelli, Enrica" userId="e6d7b4aa-a798-4692-bd7e-df2e77cda6e3" providerId="ADAL" clId="{AED95555-86AE-4DAC-9C4C-6A607A963546}" dt="2026-07-28T02:12:35.833" v="2380"/>
        <pc:sldMkLst>
          <pc:docMk/>
          <pc:sldMk cId="3452042104" sldId="269"/>
        </pc:sldMkLst>
        <pc:spChg chg="mod">
          <ac:chgData name="Viparelli, Enrica" userId="e6d7b4aa-a798-4692-bd7e-df2e77cda6e3" providerId="ADAL" clId="{AED95555-86AE-4DAC-9C4C-6A607A963546}" dt="2026-07-28T02:12:35.833" v="2380"/>
          <ac:spMkLst>
            <pc:docMk/>
            <pc:sldMk cId="3452042104" sldId="269"/>
            <ac:spMk id="9" creationId="{BC15704A-A421-9500-CAC3-ECDC7CCB6BFC}"/>
          </ac:spMkLst>
        </pc:spChg>
      </pc:sldChg>
      <pc:sldChg chg="addSp modSp">
        <pc:chgData name="Viparelli, Enrica" userId="e6d7b4aa-a798-4692-bd7e-df2e77cda6e3" providerId="ADAL" clId="{AED95555-86AE-4DAC-9C4C-6A607A963546}" dt="2026-07-28T03:21:32.587" v="2385"/>
        <pc:sldMkLst>
          <pc:docMk/>
          <pc:sldMk cId="2220577247" sldId="270"/>
        </pc:sldMkLst>
        <pc:spChg chg="add mod">
          <ac:chgData name="Viparelli, Enrica" userId="e6d7b4aa-a798-4692-bd7e-df2e77cda6e3" providerId="ADAL" clId="{AED95555-86AE-4DAC-9C4C-6A607A963546}" dt="2026-07-28T03:13:57.719" v="2383" actId="767"/>
          <ac:spMkLst>
            <pc:docMk/>
            <pc:sldMk cId="2220577247" sldId="270"/>
            <ac:spMk id="13" creationId="{7BB29328-FE3B-0D43-E119-C73029155054}"/>
          </ac:spMkLst>
        </pc:spChg>
        <pc:spChg chg="add mod">
          <ac:chgData name="Viparelli, Enrica" userId="e6d7b4aa-a798-4692-bd7e-df2e77cda6e3" providerId="ADAL" clId="{AED95555-86AE-4DAC-9C4C-6A607A963546}" dt="2026-07-28T03:15:49.439" v="2384" actId="767"/>
          <ac:spMkLst>
            <pc:docMk/>
            <pc:sldMk cId="2220577247" sldId="270"/>
            <ac:spMk id="16" creationId="{E6CCA697-C4A8-02AE-3B36-CBE08F5348FE}"/>
          </ac:spMkLst>
        </pc:spChg>
        <pc:spChg chg="mod">
          <ac:chgData name="Viparelli, Enrica" userId="e6d7b4aa-a798-4692-bd7e-df2e77cda6e3" providerId="ADAL" clId="{AED95555-86AE-4DAC-9C4C-6A607A963546}" dt="2026-07-28T03:21:32.587" v="2385"/>
          <ac:spMkLst>
            <pc:docMk/>
            <pc:sldMk cId="2220577247" sldId="270"/>
            <ac:spMk id="22" creationId="{F4B03FB9-FD29-34F2-74BE-9B9C69238B09}"/>
          </ac:spMkLst>
        </pc:spChg>
        <pc:cxnChg chg="mod">
          <ac:chgData name="Viparelli, Enrica" userId="e6d7b4aa-a798-4692-bd7e-df2e77cda6e3" providerId="ADAL" clId="{AED95555-86AE-4DAC-9C4C-6A607A963546}" dt="2026-07-28T03:09:49.561" v="2381"/>
          <ac:cxnSpMkLst>
            <pc:docMk/>
            <pc:sldMk cId="2220577247" sldId="270"/>
            <ac:cxnSpMk id="4" creationId="{8C30EE85-7F79-5B02-E3F8-CFAA7FF89053}"/>
          </ac:cxnSpMkLst>
        </pc:cxnChg>
        <pc:cxnChg chg="add mod">
          <ac:chgData name="Viparelli, Enrica" userId="e6d7b4aa-a798-4692-bd7e-df2e77cda6e3" providerId="ADAL" clId="{AED95555-86AE-4DAC-9C4C-6A607A963546}" dt="2026-07-28T03:09:56.937" v="2382"/>
          <ac:cxnSpMkLst>
            <pc:docMk/>
            <pc:sldMk cId="2220577247" sldId="270"/>
            <ac:cxnSpMk id="8" creationId="{16789461-EE86-0736-7102-2FD49B126198}"/>
          </ac:cxnSpMkLst>
        </pc:cxnChg>
      </pc:sldChg>
      <pc:sldChg chg="addSp modSp">
        <pc:chgData name="Viparelli, Enrica" userId="e6d7b4aa-a798-4692-bd7e-df2e77cda6e3" providerId="ADAL" clId="{AED95555-86AE-4DAC-9C4C-6A607A963546}" dt="2026-07-28T03:22:41.684" v="2386" actId="767"/>
        <pc:sldMkLst>
          <pc:docMk/>
          <pc:sldMk cId="512166524" sldId="271"/>
        </pc:sldMkLst>
        <pc:spChg chg="add mod">
          <ac:chgData name="Viparelli, Enrica" userId="e6d7b4aa-a798-4692-bd7e-df2e77cda6e3" providerId="ADAL" clId="{AED95555-86AE-4DAC-9C4C-6A607A963546}" dt="2026-07-28T03:22:41.684" v="2386" actId="767"/>
          <ac:spMkLst>
            <pc:docMk/>
            <pc:sldMk cId="512166524" sldId="271"/>
            <ac:spMk id="9" creationId="{637F19F7-3F16-A318-DF50-A254652AA721}"/>
          </ac:spMkLst>
        </pc:spChg>
      </pc:sldChg>
      <pc:sldChg chg="addSp modSp">
        <pc:chgData name="Viparelli, Enrica" userId="e6d7b4aa-a798-4692-bd7e-df2e77cda6e3" providerId="ADAL" clId="{AED95555-86AE-4DAC-9C4C-6A607A963546}" dt="2026-07-28T03:44:54.830" v="2550" actId="20577"/>
        <pc:sldMkLst>
          <pc:docMk/>
          <pc:sldMk cId="2617578471" sldId="272"/>
        </pc:sldMkLst>
        <pc:spChg chg="add mod">
          <ac:chgData name="Viparelli, Enrica" userId="e6d7b4aa-a798-4692-bd7e-df2e77cda6e3" providerId="ADAL" clId="{AED95555-86AE-4DAC-9C4C-6A607A963546}" dt="2026-07-28T03:29:06.522" v="2407" actId="255"/>
          <ac:spMkLst>
            <pc:docMk/>
            <pc:sldMk cId="2617578471" sldId="272"/>
            <ac:spMk id="14" creationId="{1EA1F074-AF8E-8788-BF55-FEE1BA582BD4}"/>
          </ac:spMkLst>
        </pc:spChg>
        <pc:spChg chg="mod">
          <ac:chgData name="Viparelli, Enrica" userId="e6d7b4aa-a798-4692-bd7e-df2e77cda6e3" providerId="ADAL" clId="{AED95555-86AE-4DAC-9C4C-6A607A963546}" dt="2026-07-28T03:29:22.657" v="2412" actId="20577"/>
          <ac:spMkLst>
            <pc:docMk/>
            <pc:sldMk cId="2617578471" sldId="272"/>
            <ac:spMk id="19" creationId="{76532856-7722-6F4D-E711-0D42A898E182}"/>
          </ac:spMkLst>
        </pc:spChg>
        <pc:spChg chg="mod">
          <ac:chgData name="Viparelli, Enrica" userId="e6d7b4aa-a798-4692-bd7e-df2e77cda6e3" providerId="ADAL" clId="{AED95555-86AE-4DAC-9C4C-6A607A963546}" dt="2026-07-28T03:29:34.620" v="2414" actId="20577"/>
          <ac:spMkLst>
            <pc:docMk/>
            <pc:sldMk cId="2617578471" sldId="272"/>
            <ac:spMk id="23" creationId="{B545CDF8-7AF5-D309-1F77-3FE111ACEA5F}"/>
          </ac:spMkLst>
        </pc:spChg>
        <pc:spChg chg="mod">
          <ac:chgData name="Viparelli, Enrica" userId="e6d7b4aa-a798-4692-bd7e-df2e77cda6e3" providerId="ADAL" clId="{AED95555-86AE-4DAC-9C4C-6A607A963546}" dt="2026-07-28T03:30:32.149" v="2415"/>
          <ac:spMkLst>
            <pc:docMk/>
            <pc:sldMk cId="2617578471" sldId="272"/>
            <ac:spMk id="25" creationId="{5A60B5A0-A657-FF3D-BDC2-D940FE1CC7E5}"/>
          </ac:spMkLst>
        </pc:spChg>
        <pc:spChg chg="add mod">
          <ac:chgData name="Viparelli, Enrica" userId="e6d7b4aa-a798-4692-bd7e-df2e77cda6e3" providerId="ADAL" clId="{AED95555-86AE-4DAC-9C4C-6A607A963546}" dt="2026-07-28T03:31:13.534" v="2428" actId="20577"/>
          <ac:spMkLst>
            <pc:docMk/>
            <pc:sldMk cId="2617578471" sldId="272"/>
            <ac:spMk id="26" creationId="{9592D63A-B201-3C31-A66D-EE00F75647ED}"/>
          </ac:spMkLst>
        </pc:spChg>
        <pc:spChg chg="mod">
          <ac:chgData name="Viparelli, Enrica" userId="e6d7b4aa-a798-4692-bd7e-df2e77cda6e3" providerId="ADAL" clId="{AED95555-86AE-4DAC-9C4C-6A607A963546}" dt="2026-07-28T03:32:10.636" v="2443" actId="20577"/>
          <ac:spMkLst>
            <pc:docMk/>
            <pc:sldMk cId="2617578471" sldId="272"/>
            <ac:spMk id="28" creationId="{F3AFCC0A-5914-6C18-A7D1-6E1DCDB53AD4}"/>
          </ac:spMkLst>
        </pc:spChg>
        <pc:spChg chg="add mod">
          <ac:chgData name="Viparelli, Enrica" userId="e6d7b4aa-a798-4692-bd7e-df2e77cda6e3" providerId="ADAL" clId="{AED95555-86AE-4DAC-9C4C-6A607A963546}" dt="2026-07-28T03:32:19.631" v="2444" actId="767"/>
          <ac:spMkLst>
            <pc:docMk/>
            <pc:sldMk cId="2617578471" sldId="272"/>
            <ac:spMk id="29" creationId="{37D0143E-ECEE-FC79-D45E-E8D2E95F25FF}"/>
          </ac:spMkLst>
        </pc:spChg>
        <pc:spChg chg="mod">
          <ac:chgData name="Viparelli, Enrica" userId="e6d7b4aa-a798-4692-bd7e-df2e77cda6e3" providerId="ADAL" clId="{AED95555-86AE-4DAC-9C4C-6A607A963546}" dt="2026-07-28T03:33:36.605" v="2447" actId="20577"/>
          <ac:spMkLst>
            <pc:docMk/>
            <pc:sldMk cId="2617578471" sldId="272"/>
            <ac:spMk id="31" creationId="{5E4AD01F-BF93-C01B-862B-3D48FD3C0C8F}"/>
          </ac:spMkLst>
        </pc:spChg>
        <pc:spChg chg="mod">
          <ac:chgData name="Viparelli, Enrica" userId="e6d7b4aa-a798-4692-bd7e-df2e77cda6e3" providerId="ADAL" clId="{AED95555-86AE-4DAC-9C4C-6A607A963546}" dt="2026-07-28T03:40:49.796" v="2449"/>
          <ac:spMkLst>
            <pc:docMk/>
            <pc:sldMk cId="2617578471" sldId="272"/>
            <ac:spMk id="33" creationId="{B0B09435-758C-7D1B-312F-83A2814D1AEA}"/>
          </ac:spMkLst>
        </pc:spChg>
        <pc:spChg chg="add mod">
          <ac:chgData name="Viparelli, Enrica" userId="e6d7b4aa-a798-4692-bd7e-df2e77cda6e3" providerId="ADAL" clId="{AED95555-86AE-4DAC-9C4C-6A607A963546}" dt="2026-07-28T03:42:39.921" v="2465" actId="20577"/>
          <ac:spMkLst>
            <pc:docMk/>
            <pc:sldMk cId="2617578471" sldId="272"/>
            <ac:spMk id="36" creationId="{7539C7DB-1F61-C86F-9364-D956FFC172A6}"/>
          </ac:spMkLst>
        </pc:spChg>
        <pc:spChg chg="add mod">
          <ac:chgData name="Viparelli, Enrica" userId="e6d7b4aa-a798-4692-bd7e-df2e77cda6e3" providerId="ADAL" clId="{AED95555-86AE-4DAC-9C4C-6A607A963546}" dt="2026-07-28T03:43:50.168" v="2535" actId="20577"/>
          <ac:spMkLst>
            <pc:docMk/>
            <pc:sldMk cId="2617578471" sldId="272"/>
            <ac:spMk id="37" creationId="{0AEB1D2C-4DE0-D88C-1BB7-1ED0A485CFEC}"/>
          </ac:spMkLst>
        </pc:spChg>
        <pc:spChg chg="mod">
          <ac:chgData name="Viparelli, Enrica" userId="e6d7b4aa-a798-4692-bd7e-df2e77cda6e3" providerId="ADAL" clId="{AED95555-86AE-4DAC-9C4C-6A607A963546}" dt="2026-07-28T03:44:25.630" v="2544" actId="20577"/>
          <ac:spMkLst>
            <pc:docMk/>
            <pc:sldMk cId="2617578471" sldId="272"/>
            <ac:spMk id="41" creationId="{BEB9E6F8-85B0-1CF2-6D14-93ACFD1AF3B7}"/>
          </ac:spMkLst>
        </pc:spChg>
        <pc:spChg chg="mod">
          <ac:chgData name="Viparelli, Enrica" userId="e6d7b4aa-a798-4692-bd7e-df2e77cda6e3" providerId="ADAL" clId="{AED95555-86AE-4DAC-9C4C-6A607A963546}" dt="2026-07-28T03:44:54.830" v="2550" actId="20577"/>
          <ac:spMkLst>
            <pc:docMk/>
            <pc:sldMk cId="2617578471" sldId="272"/>
            <ac:spMk id="45" creationId="{C2896E97-D3BE-094D-9231-2321EB1B042D}"/>
          </ac:spMkLst>
        </pc:spChg>
      </pc:sldChg>
      <pc:sldChg chg="addSp modSp">
        <pc:chgData name="Viparelli, Enrica" userId="e6d7b4aa-a798-4692-bd7e-df2e77cda6e3" providerId="ADAL" clId="{AED95555-86AE-4DAC-9C4C-6A607A963546}" dt="2026-07-28T03:50:11.570" v="2580" actId="207"/>
        <pc:sldMkLst>
          <pc:docMk/>
          <pc:sldMk cId="3987767546" sldId="273"/>
        </pc:sldMkLst>
        <pc:spChg chg="mod">
          <ac:chgData name="Viparelli, Enrica" userId="e6d7b4aa-a798-4692-bd7e-df2e77cda6e3" providerId="ADAL" clId="{AED95555-86AE-4DAC-9C4C-6A607A963546}" dt="2026-07-28T03:50:11.570" v="2580" actId="207"/>
          <ac:spMkLst>
            <pc:docMk/>
            <pc:sldMk cId="3987767546" sldId="273"/>
            <ac:spMk id="5" creationId="{F932BCB1-0009-1E19-1714-3DDD78DCA4D6}"/>
          </ac:spMkLst>
        </pc:spChg>
        <pc:spChg chg="add mod">
          <ac:chgData name="Viparelli, Enrica" userId="e6d7b4aa-a798-4692-bd7e-df2e77cda6e3" providerId="ADAL" clId="{AED95555-86AE-4DAC-9C4C-6A607A963546}" dt="2026-07-28T03:49:27.886" v="2579" actId="767"/>
          <ac:spMkLst>
            <pc:docMk/>
            <pc:sldMk cId="3987767546" sldId="273"/>
            <ac:spMk id="27" creationId="{5F320360-E3E0-AE15-7449-D1F99285FB10}"/>
          </ac:spMkLst>
        </pc:spChg>
        <pc:spChg chg="mod">
          <ac:chgData name="Viparelli, Enrica" userId="e6d7b4aa-a798-4692-bd7e-df2e77cda6e3" providerId="ADAL" clId="{AED95555-86AE-4DAC-9C4C-6A607A963546}" dt="2026-07-28T03:47:22.524" v="2562" actId="20577"/>
          <ac:spMkLst>
            <pc:docMk/>
            <pc:sldMk cId="3987767546" sldId="273"/>
            <ac:spMk id="36" creationId="{A2BBFC5A-5AD0-D1B1-F050-57CE783ED22B}"/>
          </ac:spMkLst>
        </pc:spChg>
        <pc:cxnChg chg="add mod">
          <ac:chgData name="Viparelli, Enrica" userId="e6d7b4aa-a798-4692-bd7e-df2e77cda6e3" providerId="ADAL" clId="{AED95555-86AE-4DAC-9C4C-6A607A963546}" dt="2026-07-28T03:48:11.937" v="2563"/>
          <ac:cxnSpMkLst>
            <pc:docMk/>
            <pc:sldMk cId="3987767546" sldId="273"/>
            <ac:cxnSpMk id="18" creationId="{DA2E5EEC-CDDE-E098-CF34-D4467498F695}"/>
          </ac:cxnSpMkLst>
        </pc:cxnChg>
        <pc:cxnChg chg="add mod">
          <ac:chgData name="Viparelli, Enrica" userId="e6d7b4aa-a798-4692-bd7e-df2e77cda6e3" providerId="ADAL" clId="{AED95555-86AE-4DAC-9C4C-6A607A963546}" dt="2026-07-28T03:48:17.970" v="2564"/>
          <ac:cxnSpMkLst>
            <pc:docMk/>
            <pc:sldMk cId="3987767546" sldId="273"/>
            <ac:cxnSpMk id="20" creationId="{B4509608-6953-BD6F-6CE9-9FF9C164AF5F}"/>
          </ac:cxnSpMkLst>
        </pc:cxnChg>
        <pc:cxnChg chg="add mod">
          <ac:chgData name="Viparelli, Enrica" userId="e6d7b4aa-a798-4692-bd7e-df2e77cda6e3" providerId="ADAL" clId="{AED95555-86AE-4DAC-9C4C-6A607A963546}" dt="2026-07-28T03:48:17.970" v="2564"/>
          <ac:cxnSpMkLst>
            <pc:docMk/>
            <pc:sldMk cId="3987767546" sldId="273"/>
            <ac:cxnSpMk id="21" creationId="{59B5FEB0-86A5-466E-A0E4-08633B23E244}"/>
          </ac:cxnSpMkLst>
        </pc:cxnChg>
        <pc:cxnChg chg="add mod">
          <ac:chgData name="Viparelli, Enrica" userId="e6d7b4aa-a798-4692-bd7e-df2e77cda6e3" providerId="ADAL" clId="{AED95555-86AE-4DAC-9C4C-6A607A963546}" dt="2026-07-28T03:48:23.564" v="2565"/>
          <ac:cxnSpMkLst>
            <pc:docMk/>
            <pc:sldMk cId="3987767546" sldId="273"/>
            <ac:cxnSpMk id="22" creationId="{889AF937-BB4E-961D-418F-3F0A63601D3C}"/>
          </ac:cxnSpMkLst>
        </pc:cxnChg>
        <pc:cxnChg chg="add mod">
          <ac:chgData name="Viparelli, Enrica" userId="e6d7b4aa-a798-4692-bd7e-df2e77cda6e3" providerId="ADAL" clId="{AED95555-86AE-4DAC-9C4C-6A607A963546}" dt="2026-07-28T03:48:23.564" v="2565"/>
          <ac:cxnSpMkLst>
            <pc:docMk/>
            <pc:sldMk cId="3987767546" sldId="273"/>
            <ac:cxnSpMk id="24" creationId="{2C429104-B30F-0096-0B4F-16F9F3B960D2}"/>
          </ac:cxnSpMkLst>
        </pc:cxnChg>
      </pc:sldChg>
      <pc:sldChg chg="addSp modSp">
        <pc:chgData name="Viparelli, Enrica" userId="e6d7b4aa-a798-4692-bd7e-df2e77cda6e3" providerId="ADAL" clId="{AED95555-86AE-4DAC-9C4C-6A607A963546}" dt="2026-07-28T03:53:13.142" v="2673" actId="20577"/>
        <pc:sldMkLst>
          <pc:docMk/>
          <pc:sldMk cId="4015394874" sldId="274"/>
        </pc:sldMkLst>
        <pc:spChg chg="add mod">
          <ac:chgData name="Viparelli, Enrica" userId="e6d7b4aa-a798-4692-bd7e-df2e77cda6e3" providerId="ADAL" clId="{AED95555-86AE-4DAC-9C4C-6A607A963546}" dt="2026-07-28T03:52:52.297" v="2659"/>
          <ac:spMkLst>
            <pc:docMk/>
            <pc:sldMk cId="4015394874" sldId="274"/>
            <ac:spMk id="2" creationId="{BFCE820E-E971-CAFF-420E-F10BF1223E87}"/>
          </ac:spMkLst>
        </pc:spChg>
        <pc:spChg chg="mod">
          <ac:chgData name="Viparelli, Enrica" userId="e6d7b4aa-a798-4692-bd7e-df2e77cda6e3" providerId="ADAL" clId="{AED95555-86AE-4DAC-9C4C-6A607A963546}" dt="2026-07-28T03:53:13.142" v="2673" actId="20577"/>
          <ac:spMkLst>
            <pc:docMk/>
            <pc:sldMk cId="4015394874" sldId="274"/>
            <ac:spMk id="17" creationId="{2918F0BB-F6FE-8FB5-8803-E1AB1546BFCB}"/>
          </ac:spMkLst>
        </pc:spChg>
        <pc:spChg chg="mod">
          <ac:chgData name="Viparelli, Enrica" userId="e6d7b4aa-a798-4692-bd7e-df2e77cda6e3" providerId="ADAL" clId="{AED95555-86AE-4DAC-9C4C-6A607A963546}" dt="2026-07-28T03:50:44.253" v="2584" actId="20577"/>
          <ac:spMkLst>
            <pc:docMk/>
            <pc:sldMk cId="4015394874" sldId="274"/>
            <ac:spMk id="32" creationId="{92D4676A-E766-A70C-AFDF-CF17E25D4A8D}"/>
          </ac:spMkLst>
        </pc:spChg>
      </pc:sldChg>
      <pc:sldChg chg="modSp">
        <pc:chgData name="Viparelli, Enrica" userId="e6d7b4aa-a798-4692-bd7e-df2e77cda6e3" providerId="ADAL" clId="{AED95555-86AE-4DAC-9C4C-6A607A963546}" dt="2026-07-28T03:54:17.228" v="2674" actId="6549"/>
        <pc:sldMkLst>
          <pc:docMk/>
          <pc:sldMk cId="750125607" sldId="277"/>
        </pc:sldMkLst>
        <pc:spChg chg="mod">
          <ac:chgData name="Viparelli, Enrica" userId="e6d7b4aa-a798-4692-bd7e-df2e77cda6e3" providerId="ADAL" clId="{AED95555-86AE-4DAC-9C4C-6A607A963546}" dt="2026-07-28T03:54:17.228" v="2674" actId="6549"/>
          <ac:spMkLst>
            <pc:docMk/>
            <pc:sldMk cId="750125607" sldId="277"/>
            <ac:spMk id="36" creationId="{FA38BD65-B610-F1AF-7D5E-FF7C53999CF6}"/>
          </ac:spMkLst>
        </pc:spChg>
      </pc:sldChg>
      <pc:sldChg chg="addSp modSp">
        <pc:chgData name="Viparelli, Enrica" userId="e6d7b4aa-a798-4692-bd7e-df2e77cda6e3" providerId="ADAL" clId="{AED95555-86AE-4DAC-9C4C-6A607A963546}" dt="2026-07-28T04:30:50.115" v="2884" actId="164"/>
        <pc:sldMkLst>
          <pc:docMk/>
          <pc:sldMk cId="2653111984" sldId="278"/>
        </pc:sldMkLst>
        <pc:spChg chg="mod">
          <ac:chgData name="Viparelli, Enrica" userId="e6d7b4aa-a798-4692-bd7e-df2e77cda6e3" providerId="ADAL" clId="{AED95555-86AE-4DAC-9C4C-6A607A963546}" dt="2026-07-28T04:30:50.115" v="2884" actId="164"/>
          <ac:spMkLst>
            <pc:docMk/>
            <pc:sldMk cId="2653111984" sldId="278"/>
            <ac:spMk id="5" creationId="{59FC76FE-2DAC-BBF3-BF12-A672C32DAF65}"/>
          </ac:spMkLst>
        </pc:spChg>
        <pc:spChg chg="mod">
          <ac:chgData name="Viparelli, Enrica" userId="e6d7b4aa-a798-4692-bd7e-df2e77cda6e3" providerId="ADAL" clId="{AED95555-86AE-4DAC-9C4C-6A607A963546}" dt="2026-07-28T04:30:50.115" v="2884" actId="164"/>
          <ac:spMkLst>
            <pc:docMk/>
            <pc:sldMk cId="2653111984" sldId="278"/>
            <ac:spMk id="18" creationId="{236CE794-D48B-8256-3A79-892EC920D6B0}"/>
          </ac:spMkLst>
        </pc:spChg>
        <pc:spChg chg="add mod">
          <ac:chgData name="Viparelli, Enrica" userId="e6d7b4aa-a798-4692-bd7e-df2e77cda6e3" providerId="ADAL" clId="{AED95555-86AE-4DAC-9C4C-6A607A963546}" dt="2026-07-28T04:30:50.115" v="2884" actId="164"/>
          <ac:spMkLst>
            <pc:docMk/>
            <pc:sldMk cId="2653111984" sldId="278"/>
            <ac:spMk id="22" creationId="{1DA57488-4A50-0728-E7FE-A91F92E2E5AF}"/>
          </ac:spMkLst>
        </pc:spChg>
        <pc:spChg chg="add mod">
          <ac:chgData name="Viparelli, Enrica" userId="e6d7b4aa-a798-4692-bd7e-df2e77cda6e3" providerId="ADAL" clId="{AED95555-86AE-4DAC-9C4C-6A607A963546}" dt="2026-07-28T04:30:50.115" v="2884" actId="164"/>
          <ac:spMkLst>
            <pc:docMk/>
            <pc:sldMk cId="2653111984" sldId="278"/>
            <ac:spMk id="24" creationId="{660DC2AF-8F63-01EC-D660-CFC22B23A532}"/>
          </ac:spMkLst>
        </pc:spChg>
        <pc:spChg chg="mod">
          <ac:chgData name="Viparelli, Enrica" userId="e6d7b4aa-a798-4692-bd7e-df2e77cda6e3" providerId="ADAL" clId="{AED95555-86AE-4DAC-9C4C-6A607A963546}" dt="2026-07-28T04:30:50.115" v="2884" actId="164"/>
          <ac:spMkLst>
            <pc:docMk/>
            <pc:sldMk cId="2653111984" sldId="278"/>
            <ac:spMk id="36" creationId="{EA4EDFCE-D8A6-2F7C-D453-AD9F945058A9}"/>
          </ac:spMkLst>
        </pc:spChg>
        <pc:spChg chg="mod">
          <ac:chgData name="Viparelli, Enrica" userId="e6d7b4aa-a798-4692-bd7e-df2e77cda6e3" providerId="ADAL" clId="{AED95555-86AE-4DAC-9C4C-6A607A963546}" dt="2026-07-28T04:30:50.115" v="2884" actId="164"/>
          <ac:spMkLst>
            <pc:docMk/>
            <pc:sldMk cId="2653111984" sldId="278"/>
            <ac:spMk id="40" creationId="{B560D35A-C5F1-19D6-D9D1-DC49C68626E9}"/>
          </ac:spMkLst>
        </pc:spChg>
        <pc:spChg chg="mod">
          <ac:chgData name="Viparelli, Enrica" userId="e6d7b4aa-a798-4692-bd7e-df2e77cda6e3" providerId="ADAL" clId="{AED95555-86AE-4DAC-9C4C-6A607A963546}" dt="2026-07-28T04:30:50.115" v="2884" actId="164"/>
          <ac:spMkLst>
            <pc:docMk/>
            <pc:sldMk cId="2653111984" sldId="278"/>
            <ac:spMk id="46" creationId="{3B4A13DE-06BD-5A9B-A909-28C3E05906DB}"/>
          </ac:spMkLst>
        </pc:spChg>
        <pc:spChg chg="mod">
          <ac:chgData name="Viparelli, Enrica" userId="e6d7b4aa-a798-4692-bd7e-df2e77cda6e3" providerId="ADAL" clId="{AED95555-86AE-4DAC-9C4C-6A607A963546}" dt="2026-07-28T04:30:50.115" v="2884" actId="164"/>
          <ac:spMkLst>
            <pc:docMk/>
            <pc:sldMk cId="2653111984" sldId="278"/>
            <ac:spMk id="48" creationId="{809E8B7B-C2F0-2812-A2A9-D89D5EEB0E24}"/>
          </ac:spMkLst>
        </pc:spChg>
        <pc:spChg chg="add mod">
          <ac:chgData name="Viparelli, Enrica" userId="e6d7b4aa-a798-4692-bd7e-df2e77cda6e3" providerId="ADAL" clId="{AED95555-86AE-4DAC-9C4C-6A607A963546}" dt="2026-07-28T04:07:40.712" v="2756" actId="767"/>
          <ac:spMkLst>
            <pc:docMk/>
            <pc:sldMk cId="2653111984" sldId="278"/>
            <ac:spMk id="49" creationId="{AA8318C2-406A-CF13-C75F-313B6B97080F}"/>
          </ac:spMkLst>
        </pc:spChg>
        <pc:grpChg chg="add mod">
          <ac:chgData name="Viparelli, Enrica" userId="e6d7b4aa-a798-4692-bd7e-df2e77cda6e3" providerId="ADAL" clId="{AED95555-86AE-4DAC-9C4C-6A607A963546}" dt="2026-07-28T04:30:50.115" v="2884" actId="164"/>
          <ac:grpSpMkLst>
            <pc:docMk/>
            <pc:sldMk cId="2653111984" sldId="278"/>
            <ac:grpSpMk id="50" creationId="{8A642220-9ABF-2E86-8481-A5148C25BEB1}"/>
          </ac:grpSpMkLst>
        </pc:grpChg>
        <pc:cxnChg chg="mod">
          <ac:chgData name="Viparelli, Enrica" userId="e6d7b4aa-a798-4692-bd7e-df2e77cda6e3" providerId="ADAL" clId="{AED95555-86AE-4DAC-9C4C-6A607A963546}" dt="2026-07-28T04:30:50.115" v="2884" actId="164"/>
          <ac:cxnSpMkLst>
            <pc:docMk/>
            <pc:sldMk cId="2653111984" sldId="278"/>
            <ac:cxnSpMk id="21" creationId="{B71F4A75-9508-E7DE-3F68-C6336945A24B}"/>
          </ac:cxnSpMkLst>
        </pc:cxnChg>
        <pc:cxnChg chg="add mod">
          <ac:chgData name="Viparelli, Enrica" userId="e6d7b4aa-a798-4692-bd7e-df2e77cda6e3" providerId="ADAL" clId="{AED95555-86AE-4DAC-9C4C-6A607A963546}" dt="2026-07-28T04:01:57.012" v="2714"/>
          <ac:cxnSpMkLst>
            <pc:docMk/>
            <pc:sldMk cId="2653111984" sldId="278"/>
            <ac:cxnSpMk id="32" creationId="{FEA85E7F-93BE-7C43-5D40-7D3D349B5BBF}"/>
          </ac:cxnSpMkLst>
        </pc:cxnChg>
        <pc:cxnChg chg="add mod">
          <ac:chgData name="Viparelli, Enrica" userId="e6d7b4aa-a798-4692-bd7e-df2e77cda6e3" providerId="ADAL" clId="{AED95555-86AE-4DAC-9C4C-6A607A963546}" dt="2026-07-28T04:03:12.549" v="2715"/>
          <ac:cxnSpMkLst>
            <pc:docMk/>
            <pc:sldMk cId="2653111984" sldId="278"/>
            <ac:cxnSpMk id="37" creationId="{402D95AC-2C90-9EF6-2024-9C289E525F13}"/>
          </ac:cxnSpMkLst>
        </pc:cxnChg>
        <pc:cxnChg chg="add mod">
          <ac:chgData name="Viparelli, Enrica" userId="e6d7b4aa-a798-4692-bd7e-df2e77cda6e3" providerId="ADAL" clId="{AED95555-86AE-4DAC-9C4C-6A607A963546}" dt="2026-07-28T04:03:39.075" v="2716"/>
          <ac:cxnSpMkLst>
            <pc:docMk/>
            <pc:sldMk cId="2653111984" sldId="278"/>
            <ac:cxnSpMk id="41" creationId="{249FC2B7-BCEF-013A-6F3A-A9A89689666B}"/>
          </ac:cxnSpMkLst>
        </pc:cxnChg>
      </pc:sldChg>
      <pc:sldChg chg="modSp">
        <pc:chgData name="Viparelli, Enrica" userId="e6d7b4aa-a798-4692-bd7e-df2e77cda6e3" providerId="ADAL" clId="{AED95555-86AE-4DAC-9C4C-6A607A963546}" dt="2026-07-28T04:11:17.996" v="2776" actId="20577"/>
        <pc:sldMkLst>
          <pc:docMk/>
          <pc:sldMk cId="2486808615" sldId="279"/>
        </pc:sldMkLst>
        <pc:spChg chg="mod">
          <ac:chgData name="Viparelli, Enrica" userId="e6d7b4aa-a798-4692-bd7e-df2e77cda6e3" providerId="ADAL" clId="{AED95555-86AE-4DAC-9C4C-6A607A963546}" dt="2026-07-28T04:11:17.996" v="2776" actId="20577"/>
          <ac:spMkLst>
            <pc:docMk/>
            <pc:sldMk cId="2486808615" sldId="279"/>
            <ac:spMk id="20" creationId="{BBCA2673-55CD-ABDB-069C-03334FC93C7C}"/>
          </ac:spMkLst>
        </pc:spChg>
        <pc:spChg chg="mod">
          <ac:chgData name="Viparelli, Enrica" userId="e6d7b4aa-a798-4692-bd7e-df2e77cda6e3" providerId="ADAL" clId="{AED95555-86AE-4DAC-9C4C-6A607A963546}" dt="2026-07-28T04:09:02.457" v="2758" actId="20577"/>
          <ac:spMkLst>
            <pc:docMk/>
            <pc:sldMk cId="2486808615" sldId="279"/>
            <ac:spMk id="24" creationId="{1BBF57CE-B1D4-B117-FF68-28E25CB65E92}"/>
          </ac:spMkLst>
        </pc:spChg>
        <pc:spChg chg="mod">
          <ac:chgData name="Viparelli, Enrica" userId="e6d7b4aa-a798-4692-bd7e-df2e77cda6e3" providerId="ADAL" clId="{AED95555-86AE-4DAC-9C4C-6A607A963546}" dt="2026-07-28T04:08:51.708" v="2757" actId="20577"/>
          <ac:spMkLst>
            <pc:docMk/>
            <pc:sldMk cId="2486808615" sldId="279"/>
            <ac:spMk id="48" creationId="{1E551FFF-8F4B-C287-5BFA-AE19C7CA6C5F}"/>
          </ac:spMkLst>
        </pc:spChg>
      </pc:sldChg>
      <pc:sldChg chg="modSp">
        <pc:chgData name="Viparelli, Enrica" userId="e6d7b4aa-a798-4692-bd7e-df2e77cda6e3" providerId="ADAL" clId="{AED95555-86AE-4DAC-9C4C-6A607A963546}" dt="2026-07-28T04:15:37.925" v="2799" actId="20577"/>
        <pc:sldMkLst>
          <pc:docMk/>
          <pc:sldMk cId="936941577" sldId="280"/>
        </pc:sldMkLst>
        <pc:spChg chg="mod">
          <ac:chgData name="Viparelli, Enrica" userId="e6d7b4aa-a798-4692-bd7e-df2e77cda6e3" providerId="ADAL" clId="{AED95555-86AE-4DAC-9C4C-6A607A963546}" dt="2026-07-28T04:15:37.925" v="2799" actId="20577"/>
          <ac:spMkLst>
            <pc:docMk/>
            <pc:sldMk cId="936941577" sldId="280"/>
            <ac:spMk id="21" creationId="{12F91B33-7DE0-8301-DE75-8BB2DE01EC8E}"/>
          </ac:spMkLst>
        </pc:spChg>
      </pc:sldChg>
      <pc:sldChg chg="modSp">
        <pc:chgData name="Viparelli, Enrica" userId="e6d7b4aa-a798-4692-bd7e-df2e77cda6e3" providerId="ADAL" clId="{AED95555-86AE-4DAC-9C4C-6A607A963546}" dt="2026-07-28T04:17:09.610" v="2820" actId="20577"/>
        <pc:sldMkLst>
          <pc:docMk/>
          <pc:sldMk cId="3226834034" sldId="281"/>
        </pc:sldMkLst>
        <pc:spChg chg="mod">
          <ac:chgData name="Viparelli, Enrica" userId="e6d7b4aa-a798-4692-bd7e-df2e77cda6e3" providerId="ADAL" clId="{AED95555-86AE-4DAC-9C4C-6A607A963546}" dt="2026-07-28T04:17:09.610" v="2820" actId="20577"/>
          <ac:spMkLst>
            <pc:docMk/>
            <pc:sldMk cId="3226834034" sldId="281"/>
            <ac:spMk id="20" creationId="{FB749506-7511-0AED-8B6E-E04443C55350}"/>
          </ac:spMkLst>
        </pc:spChg>
      </pc:sldChg>
      <pc:sldChg chg="addSp delSp modSp mod">
        <pc:chgData name="Viparelli, Enrica" userId="e6d7b4aa-a798-4692-bd7e-df2e77cda6e3" providerId="ADAL" clId="{AED95555-86AE-4DAC-9C4C-6A607A963546}" dt="2026-07-28T04:44:16.623" v="3169" actId="255"/>
        <pc:sldMkLst>
          <pc:docMk/>
          <pc:sldMk cId="3829638444" sldId="282"/>
        </pc:sldMkLst>
        <pc:spChg chg="add mod">
          <ac:chgData name="Viparelli, Enrica" userId="e6d7b4aa-a798-4692-bd7e-df2e77cda6e3" providerId="ADAL" clId="{AED95555-86AE-4DAC-9C4C-6A607A963546}" dt="2026-07-28T04:28:58.898" v="2883" actId="255"/>
          <ac:spMkLst>
            <pc:docMk/>
            <pc:sldMk cId="3829638444" sldId="282"/>
            <ac:spMk id="2" creationId="{EBE5C19D-92B1-97E9-7B4E-9E7A0AEE1A04}"/>
          </ac:spMkLst>
        </pc:spChg>
        <pc:spChg chg="add mod">
          <ac:chgData name="Viparelli, Enrica" userId="e6d7b4aa-a798-4692-bd7e-df2e77cda6e3" providerId="ADAL" clId="{AED95555-86AE-4DAC-9C4C-6A607A963546}" dt="2026-07-28T04:43:13.380" v="3083" actId="1035"/>
          <ac:spMkLst>
            <pc:docMk/>
            <pc:sldMk cId="3829638444" sldId="282"/>
            <ac:spMk id="5" creationId="{8AB64A30-BE58-F052-8A2B-94DFEE77BDBB}"/>
          </ac:spMkLst>
        </pc:spChg>
        <pc:spChg chg="add mod">
          <ac:chgData name="Viparelli, Enrica" userId="e6d7b4aa-a798-4692-bd7e-df2e77cda6e3" providerId="ADAL" clId="{AED95555-86AE-4DAC-9C4C-6A607A963546}" dt="2026-07-28T04:43:13.380" v="3083" actId="1035"/>
          <ac:spMkLst>
            <pc:docMk/>
            <pc:sldMk cId="3829638444" sldId="282"/>
            <ac:spMk id="9" creationId="{D588AC0E-21D3-23C2-0431-DA2ABCC77A84}"/>
          </ac:spMkLst>
        </pc:spChg>
        <pc:spChg chg="mod">
          <ac:chgData name="Viparelli, Enrica" userId="e6d7b4aa-a798-4692-bd7e-df2e77cda6e3" providerId="ADAL" clId="{AED95555-86AE-4DAC-9C4C-6A607A963546}" dt="2026-07-28T04:19:32.073" v="2825" actId="20577"/>
          <ac:spMkLst>
            <pc:docMk/>
            <pc:sldMk cId="3829638444" sldId="282"/>
            <ac:spMk id="10" creationId="{3432A45B-E7F0-D870-BFA0-741F83E10649}"/>
          </ac:spMkLst>
        </pc:spChg>
        <pc:spChg chg="add mod">
          <ac:chgData name="Viparelli, Enrica" userId="e6d7b4aa-a798-4692-bd7e-df2e77cda6e3" providerId="ADAL" clId="{AED95555-86AE-4DAC-9C4C-6A607A963546}" dt="2026-07-28T04:28:54.157" v="2882" actId="255"/>
          <ac:spMkLst>
            <pc:docMk/>
            <pc:sldMk cId="3829638444" sldId="282"/>
            <ac:spMk id="21" creationId="{7F21285A-E105-FE37-214B-EAA064EB63DE}"/>
          </ac:spMkLst>
        </pc:spChg>
        <pc:spChg chg="mod topLvl">
          <ac:chgData name="Viparelli, Enrica" userId="e6d7b4aa-a798-4692-bd7e-df2e77cda6e3" providerId="ADAL" clId="{AED95555-86AE-4DAC-9C4C-6A607A963546}" dt="2026-07-28T04:44:16.623" v="3169" actId="255"/>
          <ac:spMkLst>
            <pc:docMk/>
            <pc:sldMk cId="3829638444" sldId="282"/>
            <ac:spMk id="24" creationId="{43A3BEFE-F994-45AB-8349-647EFA0F6821}"/>
          </ac:spMkLst>
        </pc:spChg>
        <pc:spChg chg="mod topLvl">
          <ac:chgData name="Viparelli, Enrica" userId="e6d7b4aa-a798-4692-bd7e-df2e77cda6e3" providerId="ADAL" clId="{AED95555-86AE-4DAC-9C4C-6A607A963546}" dt="2026-07-28T04:43:29.669" v="3086" actId="165"/>
          <ac:spMkLst>
            <pc:docMk/>
            <pc:sldMk cId="3829638444" sldId="282"/>
            <ac:spMk id="27" creationId="{E7688E11-22A1-9BD9-BBC4-5B1D65BD9E67}"/>
          </ac:spMkLst>
        </pc:spChg>
        <pc:spChg chg="mod topLvl">
          <ac:chgData name="Viparelli, Enrica" userId="e6d7b4aa-a798-4692-bd7e-df2e77cda6e3" providerId="ADAL" clId="{AED95555-86AE-4DAC-9C4C-6A607A963546}" dt="2026-07-28T04:43:29.669" v="3086" actId="165"/>
          <ac:spMkLst>
            <pc:docMk/>
            <pc:sldMk cId="3829638444" sldId="282"/>
            <ac:spMk id="36" creationId="{DBF74431-6D75-1AEC-F8C3-167430103FF8}"/>
          </ac:spMkLst>
        </pc:spChg>
        <pc:spChg chg="mod topLvl">
          <ac:chgData name="Viparelli, Enrica" userId="e6d7b4aa-a798-4692-bd7e-df2e77cda6e3" providerId="ADAL" clId="{AED95555-86AE-4DAC-9C4C-6A607A963546}" dt="2026-07-28T04:43:29.669" v="3086" actId="165"/>
          <ac:spMkLst>
            <pc:docMk/>
            <pc:sldMk cId="3829638444" sldId="282"/>
            <ac:spMk id="37" creationId="{0F46D119-9930-5947-1864-45B45A93E071}"/>
          </ac:spMkLst>
        </pc:spChg>
        <pc:spChg chg="mod topLvl">
          <ac:chgData name="Viparelli, Enrica" userId="e6d7b4aa-a798-4692-bd7e-df2e77cda6e3" providerId="ADAL" clId="{AED95555-86AE-4DAC-9C4C-6A607A963546}" dt="2026-07-28T04:43:29.669" v="3086" actId="165"/>
          <ac:spMkLst>
            <pc:docMk/>
            <pc:sldMk cId="3829638444" sldId="282"/>
            <ac:spMk id="38" creationId="{BA6EFDB7-650F-6D21-8A7F-BF4D35FFEF88}"/>
          </ac:spMkLst>
        </pc:spChg>
        <pc:spChg chg="mod topLvl">
          <ac:chgData name="Viparelli, Enrica" userId="e6d7b4aa-a798-4692-bd7e-df2e77cda6e3" providerId="ADAL" clId="{AED95555-86AE-4DAC-9C4C-6A607A963546}" dt="2026-07-28T04:43:29.669" v="3086" actId="165"/>
          <ac:spMkLst>
            <pc:docMk/>
            <pc:sldMk cId="3829638444" sldId="282"/>
            <ac:spMk id="43" creationId="{2535AC2A-B24D-6196-42EA-569B9500EDA7}"/>
          </ac:spMkLst>
        </pc:spChg>
        <pc:spChg chg="mod topLvl">
          <ac:chgData name="Viparelli, Enrica" userId="e6d7b4aa-a798-4692-bd7e-df2e77cda6e3" providerId="ADAL" clId="{AED95555-86AE-4DAC-9C4C-6A607A963546}" dt="2026-07-28T04:43:29.669" v="3086" actId="165"/>
          <ac:spMkLst>
            <pc:docMk/>
            <pc:sldMk cId="3829638444" sldId="282"/>
            <ac:spMk id="45" creationId="{AE70CEA1-03A5-EE7C-26FE-AFBB04A79E90}"/>
          </ac:spMkLst>
        </pc:spChg>
        <pc:spChg chg="mod topLvl">
          <ac:chgData name="Viparelli, Enrica" userId="e6d7b4aa-a798-4692-bd7e-df2e77cda6e3" providerId="ADAL" clId="{AED95555-86AE-4DAC-9C4C-6A607A963546}" dt="2026-07-28T04:43:29.669" v="3086" actId="165"/>
          <ac:spMkLst>
            <pc:docMk/>
            <pc:sldMk cId="3829638444" sldId="282"/>
            <ac:spMk id="47" creationId="{16AEDFC1-D920-D938-80FF-CB5E6A597A4C}"/>
          </ac:spMkLst>
        </pc:spChg>
        <pc:spChg chg="mod">
          <ac:chgData name="Viparelli, Enrica" userId="e6d7b4aa-a798-4692-bd7e-df2e77cda6e3" providerId="ADAL" clId="{AED95555-86AE-4DAC-9C4C-6A607A963546}" dt="2026-07-28T04:43:13.380" v="3083" actId="1035"/>
          <ac:spMkLst>
            <pc:docMk/>
            <pc:sldMk cId="3829638444" sldId="282"/>
            <ac:spMk id="49" creationId="{408114CB-389A-E62F-4C31-B23AA958CA7D}"/>
          </ac:spMkLst>
        </pc:spChg>
        <pc:spChg chg="mod">
          <ac:chgData name="Viparelli, Enrica" userId="e6d7b4aa-a798-4692-bd7e-df2e77cda6e3" providerId="ADAL" clId="{AED95555-86AE-4DAC-9C4C-6A607A963546}" dt="2026-07-28T04:43:13.380" v="3083" actId="1035"/>
          <ac:spMkLst>
            <pc:docMk/>
            <pc:sldMk cId="3829638444" sldId="282"/>
            <ac:spMk id="51" creationId="{65CA50FC-8C5A-E578-E241-6433D02D6FDB}"/>
          </ac:spMkLst>
        </pc:spChg>
        <pc:spChg chg="mod">
          <ac:chgData name="Viparelli, Enrica" userId="e6d7b4aa-a798-4692-bd7e-df2e77cda6e3" providerId="ADAL" clId="{AED95555-86AE-4DAC-9C4C-6A607A963546}" dt="2026-07-28T04:43:13.380" v="3083" actId="1035"/>
          <ac:spMkLst>
            <pc:docMk/>
            <pc:sldMk cId="3829638444" sldId="282"/>
            <ac:spMk id="53" creationId="{87ECA422-12D8-453D-10A6-D7C8ECD3E564}"/>
          </ac:spMkLst>
        </pc:spChg>
        <pc:grpChg chg="add del mod">
          <ac:chgData name="Viparelli, Enrica" userId="e6d7b4aa-a798-4692-bd7e-df2e77cda6e3" providerId="ADAL" clId="{AED95555-86AE-4DAC-9C4C-6A607A963546}" dt="2026-07-28T04:43:29.669" v="3086" actId="165"/>
          <ac:grpSpMkLst>
            <pc:docMk/>
            <pc:sldMk cId="3829638444" sldId="282"/>
            <ac:grpSpMk id="22" creationId="{0DBEA103-DF19-0C3B-33EE-CCDDEDA525A5}"/>
          </ac:grpSpMkLst>
        </pc:grpChg>
        <pc:cxnChg chg="mod topLvl">
          <ac:chgData name="Viparelli, Enrica" userId="e6d7b4aa-a798-4692-bd7e-df2e77cda6e3" providerId="ADAL" clId="{AED95555-86AE-4DAC-9C4C-6A607A963546}" dt="2026-07-28T04:43:29.669" v="3086" actId="165"/>
          <ac:cxnSpMkLst>
            <pc:docMk/>
            <pc:sldMk cId="3829638444" sldId="282"/>
            <ac:cxnSpMk id="39" creationId="{94CCB507-461A-5A39-7DBE-F17313CBFE30}"/>
          </ac:cxnSpMkLst>
        </pc:cxnChg>
      </pc:sldChg>
      <pc:sldChg chg="addSp delSp modSp mod">
        <pc:chgData name="Viparelli, Enrica" userId="e6d7b4aa-a798-4692-bd7e-df2e77cda6e3" providerId="ADAL" clId="{AED95555-86AE-4DAC-9C4C-6A607A963546}" dt="2026-07-28T04:49:36.295" v="3244" actId="20577"/>
        <pc:sldMkLst>
          <pc:docMk/>
          <pc:sldMk cId="3234828610" sldId="283"/>
        </pc:sldMkLst>
        <pc:spChg chg="add del mod">
          <ac:chgData name="Viparelli, Enrica" userId="e6d7b4aa-a798-4692-bd7e-df2e77cda6e3" providerId="ADAL" clId="{AED95555-86AE-4DAC-9C4C-6A607A963546}" dt="2026-07-28T04:45:52.191" v="3214" actId="478"/>
          <ac:spMkLst>
            <pc:docMk/>
            <pc:sldMk cId="3234828610" sldId="283"/>
            <ac:spMk id="9" creationId="{D5AB5EB4-19F9-7E55-20F7-A1DD2082C35D}"/>
          </ac:spMkLst>
        </pc:spChg>
        <pc:spChg chg="mod">
          <ac:chgData name="Viparelli, Enrica" userId="e6d7b4aa-a798-4692-bd7e-df2e77cda6e3" providerId="ADAL" clId="{AED95555-86AE-4DAC-9C4C-6A607A963546}" dt="2026-07-28T04:45:39.383" v="3211" actId="20577"/>
          <ac:spMkLst>
            <pc:docMk/>
            <pc:sldMk cId="3234828610" sldId="283"/>
            <ac:spMk id="10" creationId="{FF34CD69-81A5-01E9-2CDD-DE0E31A0ECF6}"/>
          </ac:spMkLst>
        </pc:spChg>
        <pc:spChg chg="add">
          <ac:chgData name="Viparelli, Enrica" userId="e6d7b4aa-a798-4692-bd7e-df2e77cda6e3" providerId="ADAL" clId="{AED95555-86AE-4DAC-9C4C-6A607A963546}" dt="2026-07-28T04:38:04.036" v="2962" actId="22"/>
          <ac:spMkLst>
            <pc:docMk/>
            <pc:sldMk cId="3234828610" sldId="283"/>
            <ac:spMk id="16" creationId="{8B19C220-21B7-2ACA-9863-8ED69B5D7FE1}"/>
          </ac:spMkLst>
        </pc:spChg>
        <pc:spChg chg="add del mod">
          <ac:chgData name="Viparelli, Enrica" userId="e6d7b4aa-a798-4692-bd7e-df2e77cda6e3" providerId="ADAL" clId="{AED95555-86AE-4DAC-9C4C-6A607A963546}" dt="2026-07-28T04:38:10.272" v="2965" actId="22"/>
          <ac:spMkLst>
            <pc:docMk/>
            <pc:sldMk cId="3234828610" sldId="283"/>
            <ac:spMk id="19" creationId="{A86ED513-FDAF-8BF5-357D-9153C60677F2}"/>
          </ac:spMkLst>
        </pc:spChg>
        <pc:spChg chg="add mod">
          <ac:chgData name="Viparelli, Enrica" userId="e6d7b4aa-a798-4692-bd7e-df2e77cda6e3" providerId="ADAL" clId="{AED95555-86AE-4DAC-9C4C-6A607A963546}" dt="2026-07-28T04:45:46.429" v="3213" actId="1076"/>
          <ac:spMkLst>
            <pc:docMk/>
            <pc:sldMk cId="3234828610" sldId="283"/>
            <ac:spMk id="22" creationId="{26A38925-435E-8EA2-5373-09BF2B30B4C1}"/>
          </ac:spMkLst>
        </pc:spChg>
        <pc:spChg chg="add mod">
          <ac:chgData name="Viparelli, Enrica" userId="e6d7b4aa-a798-4692-bd7e-df2e77cda6e3" providerId="ADAL" clId="{AED95555-86AE-4DAC-9C4C-6A607A963546}" dt="2026-07-28T04:45:22.535" v="3195" actId="1076"/>
          <ac:spMkLst>
            <pc:docMk/>
            <pc:sldMk cId="3234828610" sldId="283"/>
            <ac:spMk id="24" creationId="{DCB65712-D638-4D84-8B2D-7DC678F7A58D}"/>
          </ac:spMkLst>
        </pc:spChg>
        <pc:spChg chg="add mod">
          <ac:chgData name="Viparelli, Enrica" userId="e6d7b4aa-a798-4692-bd7e-df2e77cda6e3" providerId="ADAL" clId="{AED95555-86AE-4DAC-9C4C-6A607A963546}" dt="2026-07-28T04:45:19.475" v="3194" actId="14100"/>
          <ac:spMkLst>
            <pc:docMk/>
            <pc:sldMk cId="3234828610" sldId="283"/>
            <ac:spMk id="26" creationId="{E0CF4C40-5102-E48B-D724-F821B8F9D7B0}"/>
          </ac:spMkLst>
        </pc:spChg>
        <pc:spChg chg="add mod">
          <ac:chgData name="Viparelli, Enrica" userId="e6d7b4aa-a798-4692-bd7e-df2e77cda6e3" providerId="ADAL" clId="{AED95555-86AE-4DAC-9C4C-6A607A963546}" dt="2026-07-28T04:49:22.341" v="3237" actId="20577"/>
          <ac:spMkLst>
            <pc:docMk/>
            <pc:sldMk cId="3234828610" sldId="283"/>
            <ac:spMk id="28" creationId="{63D36DED-B6BE-8872-35C3-22FFD08F8E23}"/>
          </ac:spMkLst>
        </pc:spChg>
        <pc:spChg chg="add mod">
          <ac:chgData name="Viparelli, Enrica" userId="e6d7b4aa-a798-4692-bd7e-df2e77cda6e3" providerId="ADAL" clId="{AED95555-86AE-4DAC-9C4C-6A607A963546}" dt="2026-07-28T04:49:36.295" v="3244" actId="20577"/>
          <ac:spMkLst>
            <pc:docMk/>
            <pc:sldMk cId="3234828610" sldId="283"/>
            <ac:spMk id="30" creationId="{3D123F33-BBB3-BAF7-BDCF-027658EFB164}"/>
          </ac:spMkLst>
        </pc:spChg>
      </pc:sldChg>
      <pc:sldChg chg="addSp delSp modSp add mod">
        <pc:chgData name="Viparelli, Enrica" userId="e6d7b4aa-a798-4692-bd7e-df2e77cda6e3" providerId="ADAL" clId="{AED95555-86AE-4DAC-9C4C-6A607A963546}" dt="2026-07-28T05:01:41.274" v="3609" actId="255"/>
        <pc:sldMkLst>
          <pc:docMk/>
          <pc:sldMk cId="4045260450" sldId="284"/>
        </pc:sldMkLst>
        <pc:spChg chg="del">
          <ac:chgData name="Viparelli, Enrica" userId="e6d7b4aa-a798-4692-bd7e-df2e77cda6e3" providerId="ADAL" clId="{AED95555-86AE-4DAC-9C4C-6A607A963546}" dt="2026-07-28T04:50:23.965" v="3246" actId="478"/>
          <ac:spMkLst>
            <pc:docMk/>
            <pc:sldMk cId="4045260450" sldId="284"/>
            <ac:spMk id="2" creationId="{0ED34DCC-E606-A532-AA8D-AA57B5394124}"/>
          </ac:spMkLst>
        </pc:spChg>
        <pc:spChg chg="mod">
          <ac:chgData name="Viparelli, Enrica" userId="e6d7b4aa-a798-4692-bd7e-df2e77cda6e3" providerId="ADAL" clId="{AED95555-86AE-4DAC-9C4C-6A607A963546}" dt="2026-07-28T04:50:46.526" v="3294" actId="20577"/>
          <ac:spMkLst>
            <pc:docMk/>
            <pc:sldMk cId="4045260450" sldId="284"/>
            <ac:spMk id="3" creationId="{3A34C91E-B881-56B4-D3C9-DE9706A8912B}"/>
          </ac:spMkLst>
        </pc:spChg>
        <pc:spChg chg="add mod">
          <ac:chgData name="Viparelli, Enrica" userId="e6d7b4aa-a798-4692-bd7e-df2e77cda6e3" providerId="ADAL" clId="{AED95555-86AE-4DAC-9C4C-6A607A963546}" dt="2026-07-28T04:51:00.862" v="3295"/>
          <ac:spMkLst>
            <pc:docMk/>
            <pc:sldMk cId="4045260450" sldId="284"/>
            <ac:spMk id="6" creationId="{6A02B77D-28F1-9E3E-208A-DC7FC671D67B}"/>
          </ac:spMkLst>
        </pc:spChg>
        <pc:spChg chg="add mod">
          <ac:chgData name="Viparelli, Enrica" userId="e6d7b4aa-a798-4692-bd7e-df2e77cda6e3" providerId="ADAL" clId="{AED95555-86AE-4DAC-9C4C-6A607A963546}" dt="2026-07-28T04:51:00.862" v="3295"/>
          <ac:spMkLst>
            <pc:docMk/>
            <pc:sldMk cId="4045260450" sldId="284"/>
            <ac:spMk id="9" creationId="{D9015F4C-E45D-D165-BA0B-B8B953F430E6}"/>
          </ac:spMkLst>
        </pc:spChg>
        <pc:spChg chg="del">
          <ac:chgData name="Viparelli, Enrica" userId="e6d7b4aa-a798-4692-bd7e-df2e77cda6e3" providerId="ADAL" clId="{AED95555-86AE-4DAC-9C4C-6A607A963546}" dt="2026-07-28T04:50:23.965" v="3246" actId="478"/>
          <ac:spMkLst>
            <pc:docMk/>
            <pc:sldMk cId="4045260450" sldId="284"/>
            <ac:spMk id="10" creationId="{38C97155-26FF-15BA-5F6A-2342ECBBF09E}"/>
          </ac:spMkLst>
        </pc:spChg>
        <pc:spChg chg="del">
          <ac:chgData name="Viparelli, Enrica" userId="e6d7b4aa-a798-4692-bd7e-df2e77cda6e3" providerId="ADAL" clId="{AED95555-86AE-4DAC-9C4C-6A607A963546}" dt="2026-07-28T04:50:23.965" v="3246" actId="478"/>
          <ac:spMkLst>
            <pc:docMk/>
            <pc:sldMk cId="4045260450" sldId="284"/>
            <ac:spMk id="11" creationId="{8F486B9E-5114-8715-0937-85D285B694D7}"/>
          </ac:spMkLst>
        </pc:spChg>
        <pc:spChg chg="del">
          <ac:chgData name="Viparelli, Enrica" userId="e6d7b4aa-a798-4692-bd7e-df2e77cda6e3" providerId="ADAL" clId="{AED95555-86AE-4DAC-9C4C-6A607A963546}" dt="2026-07-28T04:50:23.965" v="3246" actId="478"/>
          <ac:spMkLst>
            <pc:docMk/>
            <pc:sldMk cId="4045260450" sldId="284"/>
            <ac:spMk id="12" creationId="{ABDE2F9E-7D58-0419-9AF5-A401FF7CDB7C}"/>
          </ac:spMkLst>
        </pc:spChg>
        <pc:spChg chg="del">
          <ac:chgData name="Viparelli, Enrica" userId="e6d7b4aa-a798-4692-bd7e-df2e77cda6e3" providerId="ADAL" clId="{AED95555-86AE-4DAC-9C4C-6A607A963546}" dt="2026-07-28T04:50:30.511" v="3248" actId="478"/>
          <ac:spMkLst>
            <pc:docMk/>
            <pc:sldMk cId="4045260450" sldId="284"/>
            <ac:spMk id="13" creationId="{6C943B0B-891B-5AF9-FFAA-6FFCDCEC41D4}"/>
          </ac:spMkLst>
        </pc:spChg>
        <pc:spChg chg="del">
          <ac:chgData name="Viparelli, Enrica" userId="e6d7b4aa-a798-4692-bd7e-df2e77cda6e3" providerId="ADAL" clId="{AED95555-86AE-4DAC-9C4C-6A607A963546}" dt="2026-07-28T04:50:26.800" v="3247" actId="478"/>
          <ac:spMkLst>
            <pc:docMk/>
            <pc:sldMk cId="4045260450" sldId="284"/>
            <ac:spMk id="15" creationId="{E74297EE-2A50-DAC6-60E9-678D39B241E3}"/>
          </ac:spMkLst>
        </pc:spChg>
        <pc:spChg chg="del">
          <ac:chgData name="Viparelli, Enrica" userId="e6d7b4aa-a798-4692-bd7e-df2e77cda6e3" providerId="ADAL" clId="{AED95555-86AE-4DAC-9C4C-6A607A963546}" dt="2026-07-28T04:50:23.965" v="3246" actId="478"/>
          <ac:spMkLst>
            <pc:docMk/>
            <pc:sldMk cId="4045260450" sldId="284"/>
            <ac:spMk id="18" creationId="{2D4ABE61-4C52-780B-CE4E-98E6E917637D}"/>
          </ac:spMkLst>
        </pc:spChg>
        <pc:spChg chg="add mod">
          <ac:chgData name="Viparelli, Enrica" userId="e6d7b4aa-a798-4692-bd7e-df2e77cda6e3" providerId="ADAL" clId="{AED95555-86AE-4DAC-9C4C-6A607A963546}" dt="2026-07-28T04:51:00.862" v="3295"/>
          <ac:spMkLst>
            <pc:docMk/>
            <pc:sldMk cId="4045260450" sldId="284"/>
            <ac:spMk id="20" creationId="{A20C1544-7E81-BEDE-44C5-DC77C4A52641}"/>
          </ac:spMkLst>
        </pc:spChg>
        <pc:spChg chg="del">
          <ac:chgData name="Viparelli, Enrica" userId="e6d7b4aa-a798-4692-bd7e-df2e77cda6e3" providerId="ADAL" clId="{AED95555-86AE-4DAC-9C4C-6A607A963546}" dt="2026-07-28T04:50:23.965" v="3246" actId="478"/>
          <ac:spMkLst>
            <pc:docMk/>
            <pc:sldMk cId="4045260450" sldId="284"/>
            <ac:spMk id="21" creationId="{D159E2C2-F6CC-E058-CDD9-1E023E110B3E}"/>
          </ac:spMkLst>
        </pc:spChg>
        <pc:spChg chg="del">
          <ac:chgData name="Viparelli, Enrica" userId="e6d7b4aa-a798-4692-bd7e-df2e77cda6e3" providerId="ADAL" clId="{AED95555-86AE-4DAC-9C4C-6A607A963546}" dt="2026-07-28T04:50:23.965" v="3246" actId="478"/>
          <ac:spMkLst>
            <pc:docMk/>
            <pc:sldMk cId="4045260450" sldId="284"/>
            <ac:spMk id="22" creationId="{4E38F568-4813-ACD6-2CCC-3806DC8BA9E5}"/>
          </ac:spMkLst>
        </pc:spChg>
        <pc:spChg chg="add mod">
          <ac:chgData name="Viparelli, Enrica" userId="e6d7b4aa-a798-4692-bd7e-df2e77cda6e3" providerId="ADAL" clId="{AED95555-86AE-4DAC-9C4C-6A607A963546}" dt="2026-07-28T04:51:00.862" v="3295"/>
          <ac:spMkLst>
            <pc:docMk/>
            <pc:sldMk cId="4045260450" sldId="284"/>
            <ac:spMk id="23" creationId="{71879936-CD97-BCE8-7ECF-BDEF31CB7E5F}"/>
          </ac:spMkLst>
        </pc:spChg>
        <pc:spChg chg="del">
          <ac:chgData name="Viparelli, Enrica" userId="e6d7b4aa-a798-4692-bd7e-df2e77cda6e3" providerId="ADAL" clId="{AED95555-86AE-4DAC-9C4C-6A607A963546}" dt="2026-07-28T04:50:23.965" v="3246" actId="478"/>
          <ac:spMkLst>
            <pc:docMk/>
            <pc:sldMk cId="4045260450" sldId="284"/>
            <ac:spMk id="24" creationId="{ECB6E293-F081-F432-F80F-DA2C67BBE300}"/>
          </ac:spMkLst>
        </pc:spChg>
        <pc:spChg chg="add mod">
          <ac:chgData name="Viparelli, Enrica" userId="e6d7b4aa-a798-4692-bd7e-df2e77cda6e3" providerId="ADAL" clId="{AED95555-86AE-4DAC-9C4C-6A607A963546}" dt="2026-07-28T04:51:00.862" v="3295"/>
          <ac:spMkLst>
            <pc:docMk/>
            <pc:sldMk cId="4045260450" sldId="284"/>
            <ac:spMk id="25" creationId="{14FAED5C-FC6E-82ED-45E8-B4095F0484ED}"/>
          </ac:spMkLst>
        </pc:spChg>
        <pc:spChg chg="del">
          <ac:chgData name="Viparelli, Enrica" userId="e6d7b4aa-a798-4692-bd7e-df2e77cda6e3" providerId="ADAL" clId="{AED95555-86AE-4DAC-9C4C-6A607A963546}" dt="2026-07-28T04:50:23.965" v="3246" actId="478"/>
          <ac:spMkLst>
            <pc:docMk/>
            <pc:sldMk cId="4045260450" sldId="284"/>
            <ac:spMk id="26" creationId="{74DC6824-4AD3-96F9-F918-BE9460C220CD}"/>
          </ac:spMkLst>
        </pc:spChg>
        <pc:spChg chg="add mod">
          <ac:chgData name="Viparelli, Enrica" userId="e6d7b4aa-a798-4692-bd7e-df2e77cda6e3" providerId="ADAL" clId="{AED95555-86AE-4DAC-9C4C-6A607A963546}" dt="2026-07-28T04:51:00.862" v="3295"/>
          <ac:spMkLst>
            <pc:docMk/>
            <pc:sldMk cId="4045260450" sldId="284"/>
            <ac:spMk id="27" creationId="{FCB2ED67-DE1F-6A8B-2EF5-9B3F722C8D66}"/>
          </ac:spMkLst>
        </pc:spChg>
        <pc:spChg chg="add mod">
          <ac:chgData name="Viparelli, Enrica" userId="e6d7b4aa-a798-4692-bd7e-df2e77cda6e3" providerId="ADAL" clId="{AED95555-86AE-4DAC-9C4C-6A607A963546}" dt="2026-07-28T04:51:00.862" v="3295"/>
          <ac:spMkLst>
            <pc:docMk/>
            <pc:sldMk cId="4045260450" sldId="284"/>
            <ac:spMk id="29" creationId="{C83D34F5-9377-BE80-9149-2BB95BFC053D}"/>
          </ac:spMkLst>
        </pc:spChg>
        <pc:spChg chg="del">
          <ac:chgData name="Viparelli, Enrica" userId="e6d7b4aa-a798-4692-bd7e-df2e77cda6e3" providerId="ADAL" clId="{AED95555-86AE-4DAC-9C4C-6A607A963546}" dt="2026-07-28T04:50:23.965" v="3246" actId="478"/>
          <ac:spMkLst>
            <pc:docMk/>
            <pc:sldMk cId="4045260450" sldId="284"/>
            <ac:spMk id="30" creationId="{7E5593BF-2167-D522-7CE0-03E3E80D8174}"/>
          </ac:spMkLst>
        </pc:spChg>
        <pc:spChg chg="add mod">
          <ac:chgData name="Viparelli, Enrica" userId="e6d7b4aa-a798-4692-bd7e-df2e77cda6e3" providerId="ADAL" clId="{AED95555-86AE-4DAC-9C4C-6A607A963546}" dt="2026-07-28T04:51:00.862" v="3295"/>
          <ac:spMkLst>
            <pc:docMk/>
            <pc:sldMk cId="4045260450" sldId="284"/>
            <ac:spMk id="31" creationId="{FDED9FEB-52F7-10CE-5C56-2F9A87788EF6}"/>
          </ac:spMkLst>
        </pc:spChg>
        <pc:spChg chg="add mod">
          <ac:chgData name="Viparelli, Enrica" userId="e6d7b4aa-a798-4692-bd7e-df2e77cda6e3" providerId="ADAL" clId="{AED95555-86AE-4DAC-9C4C-6A607A963546}" dt="2026-07-28T04:53:03.018" v="3338" actId="14100"/>
          <ac:spMkLst>
            <pc:docMk/>
            <pc:sldMk cId="4045260450" sldId="284"/>
            <ac:spMk id="32" creationId="{3064E6FB-0E9E-46AC-551D-21E5E43EE491}"/>
          </ac:spMkLst>
        </pc:spChg>
        <pc:spChg chg="add mod">
          <ac:chgData name="Viparelli, Enrica" userId="e6d7b4aa-a798-4692-bd7e-df2e77cda6e3" providerId="ADAL" clId="{AED95555-86AE-4DAC-9C4C-6A607A963546}" dt="2026-07-28T04:54:46.734" v="3376" actId="20577"/>
          <ac:spMkLst>
            <pc:docMk/>
            <pc:sldMk cId="4045260450" sldId="284"/>
            <ac:spMk id="37" creationId="{F2FB1A3F-5455-DF78-2253-4EF105EDBEDC}"/>
          </ac:spMkLst>
        </pc:spChg>
        <pc:spChg chg="add mod">
          <ac:chgData name="Viparelli, Enrica" userId="e6d7b4aa-a798-4692-bd7e-df2e77cda6e3" providerId="ADAL" clId="{AED95555-86AE-4DAC-9C4C-6A607A963546}" dt="2026-07-28T04:58:33.304" v="3500" actId="20577"/>
          <ac:spMkLst>
            <pc:docMk/>
            <pc:sldMk cId="4045260450" sldId="284"/>
            <ac:spMk id="40" creationId="{D8C4B4BF-37F2-1BB7-C7EE-51BE365F831B}"/>
          </ac:spMkLst>
        </pc:spChg>
        <pc:spChg chg="add mod">
          <ac:chgData name="Viparelli, Enrica" userId="e6d7b4aa-a798-4692-bd7e-df2e77cda6e3" providerId="ADAL" clId="{AED95555-86AE-4DAC-9C4C-6A607A963546}" dt="2026-07-28T04:57:05.701" v="3467" actId="20577"/>
          <ac:spMkLst>
            <pc:docMk/>
            <pc:sldMk cId="4045260450" sldId="284"/>
            <ac:spMk id="43" creationId="{C16A0F96-AFA9-F50E-5DE7-5F2037EFD387}"/>
          </ac:spMkLst>
        </pc:spChg>
        <pc:spChg chg="add mod">
          <ac:chgData name="Viparelli, Enrica" userId="e6d7b4aa-a798-4692-bd7e-df2e77cda6e3" providerId="ADAL" clId="{AED95555-86AE-4DAC-9C4C-6A607A963546}" dt="2026-07-28T04:57:55.299" v="3487" actId="20577"/>
          <ac:spMkLst>
            <pc:docMk/>
            <pc:sldMk cId="4045260450" sldId="284"/>
            <ac:spMk id="47" creationId="{C81A8124-FC75-39B9-F5A7-8E43A6A68AD2}"/>
          </ac:spMkLst>
        </pc:spChg>
        <pc:spChg chg="add mod">
          <ac:chgData name="Viparelli, Enrica" userId="e6d7b4aa-a798-4692-bd7e-df2e77cda6e3" providerId="ADAL" clId="{AED95555-86AE-4DAC-9C4C-6A607A963546}" dt="2026-07-28T05:01:01.032" v="3592" actId="20577"/>
          <ac:spMkLst>
            <pc:docMk/>
            <pc:sldMk cId="4045260450" sldId="284"/>
            <ac:spMk id="52" creationId="{88D32EFE-2C19-8D57-DC71-D185F4B23EE8}"/>
          </ac:spMkLst>
        </pc:spChg>
        <pc:spChg chg="add mod">
          <ac:chgData name="Viparelli, Enrica" userId="e6d7b4aa-a798-4692-bd7e-df2e77cda6e3" providerId="ADAL" clId="{AED95555-86AE-4DAC-9C4C-6A607A963546}" dt="2026-07-28T05:00:10.623" v="3537" actId="14100"/>
          <ac:spMkLst>
            <pc:docMk/>
            <pc:sldMk cId="4045260450" sldId="284"/>
            <ac:spMk id="54" creationId="{F62E20D2-78CA-E716-B6D3-A3068FB63EED}"/>
          </ac:spMkLst>
        </pc:spChg>
        <pc:spChg chg="add mod">
          <ac:chgData name="Viparelli, Enrica" userId="e6d7b4aa-a798-4692-bd7e-df2e77cda6e3" providerId="ADAL" clId="{AED95555-86AE-4DAC-9C4C-6A607A963546}" dt="2026-07-28T05:01:41.274" v="3609" actId="255"/>
          <ac:spMkLst>
            <pc:docMk/>
            <pc:sldMk cId="4045260450" sldId="284"/>
            <ac:spMk id="57" creationId="{31D2280F-234F-7151-25C4-A3C2EB02E972}"/>
          </ac:spMkLst>
        </pc:spChg>
        <pc:cxnChg chg="add mod">
          <ac:chgData name="Viparelli, Enrica" userId="e6d7b4aa-a798-4692-bd7e-df2e77cda6e3" providerId="ADAL" clId="{AED95555-86AE-4DAC-9C4C-6A607A963546}" dt="2026-07-28T04:51:00.862" v="3295"/>
          <ac:cxnSpMkLst>
            <pc:docMk/>
            <pc:sldMk cId="4045260450" sldId="284"/>
            <ac:cxnSpMk id="14" creationId="{E3C9425F-12E2-BC0D-D24B-4C421BB448E1}"/>
          </ac:cxnSpMkLst>
        </pc:cxnChg>
        <pc:cxnChg chg="add mod">
          <ac:chgData name="Viparelli, Enrica" userId="e6d7b4aa-a798-4692-bd7e-df2e77cda6e3" providerId="ADAL" clId="{AED95555-86AE-4DAC-9C4C-6A607A963546}" dt="2026-07-28T04:51:00.862" v="3295"/>
          <ac:cxnSpMkLst>
            <pc:docMk/>
            <pc:sldMk cId="4045260450" sldId="284"/>
            <ac:cxnSpMk id="17" creationId="{C69135D5-0FB6-14FD-C232-51CC6323AC49}"/>
          </ac:cxnSpMkLst>
        </pc:cxnChg>
        <pc:cxnChg chg="add mod">
          <ac:chgData name="Viparelli, Enrica" userId="e6d7b4aa-a798-4692-bd7e-df2e77cda6e3" providerId="ADAL" clId="{AED95555-86AE-4DAC-9C4C-6A607A963546}" dt="2026-07-28T04:53:27.915" v="3343" actId="692"/>
          <ac:cxnSpMkLst>
            <pc:docMk/>
            <pc:sldMk cId="4045260450" sldId="284"/>
            <ac:cxnSpMk id="34" creationId="{CBB36CBD-9BBB-383D-59B8-A17849E80156}"/>
          </ac:cxnSpMkLst>
        </pc:cxnChg>
        <pc:cxnChg chg="add mod">
          <ac:chgData name="Viparelli, Enrica" userId="e6d7b4aa-a798-4692-bd7e-df2e77cda6e3" providerId="ADAL" clId="{AED95555-86AE-4DAC-9C4C-6A607A963546}" dt="2026-07-28T04:55:14.380" v="3379" actId="1035"/>
          <ac:cxnSpMkLst>
            <pc:docMk/>
            <pc:sldMk cId="4045260450" sldId="284"/>
            <ac:cxnSpMk id="38" creationId="{259623FE-06CF-B423-9447-071CF66A6E0F}"/>
          </ac:cxnSpMkLst>
        </pc:cxnChg>
        <pc:cxnChg chg="add mod">
          <ac:chgData name="Viparelli, Enrica" userId="e6d7b4aa-a798-4692-bd7e-df2e77cda6e3" providerId="ADAL" clId="{AED95555-86AE-4DAC-9C4C-6A607A963546}" dt="2026-07-28T04:56:34.402" v="3448" actId="1076"/>
          <ac:cxnSpMkLst>
            <pc:docMk/>
            <pc:sldMk cId="4045260450" sldId="284"/>
            <ac:cxnSpMk id="41" creationId="{C7EF32F4-46F1-760D-A9A4-24E7258EE86B}"/>
          </ac:cxnSpMkLst>
        </pc:cxnChg>
        <pc:cxnChg chg="add mod">
          <ac:chgData name="Viparelli, Enrica" userId="e6d7b4aa-a798-4692-bd7e-df2e77cda6e3" providerId="ADAL" clId="{AED95555-86AE-4DAC-9C4C-6A607A963546}" dt="2026-07-28T04:57:26.512" v="3470" actId="14100"/>
          <ac:cxnSpMkLst>
            <pc:docMk/>
            <pc:sldMk cId="4045260450" sldId="284"/>
            <ac:cxnSpMk id="44" creationId="{505B579B-EBA7-47C1-E877-FABEC5259C4F}"/>
          </ac:cxnSpMkLst>
        </pc:cxnChg>
        <pc:cxnChg chg="add mod">
          <ac:chgData name="Viparelli, Enrica" userId="e6d7b4aa-a798-4692-bd7e-df2e77cda6e3" providerId="ADAL" clId="{AED95555-86AE-4DAC-9C4C-6A607A963546}" dt="2026-07-28T04:58:06.007" v="3490" actId="14100"/>
          <ac:cxnSpMkLst>
            <pc:docMk/>
            <pc:sldMk cId="4045260450" sldId="284"/>
            <ac:cxnSpMk id="48" creationId="{832E8AAE-3995-E935-668A-A6AFAA883080}"/>
          </ac:cxnSpMkLst>
        </pc:cxnChg>
        <pc:cxnChg chg="add del mod">
          <ac:chgData name="Viparelli, Enrica" userId="e6d7b4aa-a798-4692-bd7e-df2e77cda6e3" providerId="ADAL" clId="{AED95555-86AE-4DAC-9C4C-6A607A963546}" dt="2026-07-28T04:58:48.894" v="3502" actId="478"/>
          <ac:cxnSpMkLst>
            <pc:docMk/>
            <pc:sldMk cId="4045260450" sldId="284"/>
            <ac:cxnSpMk id="50" creationId="{D4D526A0-AE04-45BE-EB09-6F9571B3D1EE}"/>
          </ac:cxnSpMkLst>
        </pc:cxnChg>
        <pc:cxnChg chg="add mod">
          <ac:chgData name="Viparelli, Enrica" userId="e6d7b4aa-a798-4692-bd7e-df2e77cda6e3" providerId="ADAL" clId="{AED95555-86AE-4DAC-9C4C-6A607A963546}" dt="2026-07-28T05:00:19.314" v="3539" actId="1076"/>
          <ac:cxnSpMkLst>
            <pc:docMk/>
            <pc:sldMk cId="4045260450" sldId="284"/>
            <ac:cxnSpMk id="55" creationId="{BBE926A0-EBAA-D2F8-6696-4E7B249DEC4E}"/>
          </ac:cxnSpMkLst>
        </pc:cxnChg>
      </pc:sldChg>
      <pc:sldChg chg="add del">
        <pc:chgData name="Viparelli, Enrica" userId="e6d7b4aa-a798-4692-bd7e-df2e77cda6e3" providerId="ADAL" clId="{AED95555-86AE-4DAC-9C4C-6A607A963546}" dt="2026-07-28T05:03:38.903" v="3613" actId="47"/>
        <pc:sldMkLst>
          <pc:docMk/>
          <pc:sldMk cId="2862302017" sldId="350"/>
        </pc:sldMkLst>
      </pc:sldChg>
      <pc:sldChg chg="add">
        <pc:chgData name="Viparelli, Enrica" userId="e6d7b4aa-a798-4692-bd7e-df2e77cda6e3" providerId="ADAL" clId="{AED95555-86AE-4DAC-9C4C-6A607A963546}" dt="2026-07-28T05:03:03.642" v="3610"/>
        <pc:sldMkLst>
          <pc:docMk/>
          <pc:sldMk cId="513185402" sldId="379"/>
        </pc:sldMkLst>
      </pc:sldChg>
      <pc:sldChg chg="add">
        <pc:chgData name="Viparelli, Enrica" userId="e6d7b4aa-a798-4692-bd7e-df2e77cda6e3" providerId="ADAL" clId="{AED95555-86AE-4DAC-9C4C-6A607A963546}" dt="2026-07-28T05:03:03.642" v="3610"/>
        <pc:sldMkLst>
          <pc:docMk/>
          <pc:sldMk cId="145613611" sldId="381"/>
        </pc:sldMkLst>
      </pc:sldChg>
      <pc:sldChg chg="add">
        <pc:chgData name="Viparelli, Enrica" userId="e6d7b4aa-a798-4692-bd7e-df2e77cda6e3" providerId="ADAL" clId="{AED95555-86AE-4DAC-9C4C-6A607A963546}" dt="2026-07-28T05:03:03.642" v="3610"/>
        <pc:sldMkLst>
          <pc:docMk/>
          <pc:sldMk cId="744720383" sldId="382"/>
        </pc:sldMkLst>
      </pc:sldChg>
      <pc:sldChg chg="add">
        <pc:chgData name="Viparelli, Enrica" userId="e6d7b4aa-a798-4692-bd7e-df2e77cda6e3" providerId="ADAL" clId="{AED95555-86AE-4DAC-9C4C-6A607A963546}" dt="2026-07-28T05:03:03.642" v="3610"/>
        <pc:sldMkLst>
          <pc:docMk/>
          <pc:sldMk cId="3741687546" sldId="383"/>
        </pc:sldMkLst>
      </pc:sldChg>
      <pc:sldChg chg="add">
        <pc:chgData name="Viparelli, Enrica" userId="e6d7b4aa-a798-4692-bd7e-df2e77cda6e3" providerId="ADAL" clId="{AED95555-86AE-4DAC-9C4C-6A607A963546}" dt="2026-07-28T05:03:03.642" v="3610"/>
        <pc:sldMkLst>
          <pc:docMk/>
          <pc:sldMk cId="546717769" sldId="384"/>
        </pc:sldMkLst>
      </pc:sldChg>
      <pc:sldChg chg="add">
        <pc:chgData name="Viparelli, Enrica" userId="e6d7b4aa-a798-4692-bd7e-df2e77cda6e3" providerId="ADAL" clId="{AED95555-86AE-4DAC-9C4C-6A607A963546}" dt="2026-07-28T05:03:03.642" v="3610"/>
        <pc:sldMkLst>
          <pc:docMk/>
          <pc:sldMk cId="3661872345" sldId="385"/>
        </pc:sldMkLst>
      </pc:sldChg>
      <pc:sldChg chg="add">
        <pc:chgData name="Viparelli, Enrica" userId="e6d7b4aa-a798-4692-bd7e-df2e77cda6e3" providerId="ADAL" clId="{AED95555-86AE-4DAC-9C4C-6A607A963546}" dt="2026-07-28T05:03:03.642" v="3610"/>
        <pc:sldMkLst>
          <pc:docMk/>
          <pc:sldMk cId="1700175311" sldId="387"/>
        </pc:sldMkLst>
      </pc:sldChg>
      <pc:sldChg chg="add">
        <pc:chgData name="Viparelli, Enrica" userId="e6d7b4aa-a798-4692-bd7e-df2e77cda6e3" providerId="ADAL" clId="{AED95555-86AE-4DAC-9C4C-6A607A963546}" dt="2026-07-28T05:03:03.642" v="3610"/>
        <pc:sldMkLst>
          <pc:docMk/>
          <pc:sldMk cId="151166389" sldId="388"/>
        </pc:sldMkLst>
      </pc:sldChg>
      <pc:sldChg chg="add">
        <pc:chgData name="Viparelli, Enrica" userId="e6d7b4aa-a798-4692-bd7e-df2e77cda6e3" providerId="ADAL" clId="{AED95555-86AE-4DAC-9C4C-6A607A963546}" dt="2026-07-28T05:03:03.642" v="3610"/>
        <pc:sldMkLst>
          <pc:docMk/>
          <pc:sldMk cId="375604569" sldId="389"/>
        </pc:sldMkLst>
      </pc:sldChg>
      <pc:sldChg chg="add">
        <pc:chgData name="Viparelli, Enrica" userId="e6d7b4aa-a798-4692-bd7e-df2e77cda6e3" providerId="ADAL" clId="{AED95555-86AE-4DAC-9C4C-6A607A963546}" dt="2026-07-28T05:03:03.642" v="3610"/>
        <pc:sldMkLst>
          <pc:docMk/>
          <pc:sldMk cId="3059233872" sldId="390"/>
        </pc:sldMkLst>
      </pc:sldChg>
      <pc:sldChg chg="addSp delSp modSp add mod">
        <pc:chgData name="Viparelli, Enrica" userId="e6d7b4aa-a798-4692-bd7e-df2e77cda6e3" providerId="ADAL" clId="{AED95555-86AE-4DAC-9C4C-6A607A963546}" dt="2026-07-28T05:13:58.092" v="4170" actId="20577"/>
        <pc:sldMkLst>
          <pc:docMk/>
          <pc:sldMk cId="863593118" sldId="391"/>
        </pc:sldMkLst>
        <pc:spChg chg="mod">
          <ac:chgData name="Viparelli, Enrica" userId="e6d7b4aa-a798-4692-bd7e-df2e77cda6e3" providerId="ADAL" clId="{AED95555-86AE-4DAC-9C4C-6A607A963546}" dt="2026-07-28T05:04:10.674" v="3652" actId="20577"/>
          <ac:spMkLst>
            <pc:docMk/>
            <pc:sldMk cId="863593118" sldId="391"/>
            <ac:spMk id="3" creationId="{6A4D171C-75AD-060F-175C-A0579F051F60}"/>
          </ac:spMkLst>
        </pc:spChg>
        <pc:spChg chg="del">
          <ac:chgData name="Viparelli, Enrica" userId="e6d7b4aa-a798-4692-bd7e-df2e77cda6e3" providerId="ADAL" clId="{AED95555-86AE-4DAC-9C4C-6A607A963546}" dt="2026-07-28T05:04:18.689" v="3653" actId="478"/>
          <ac:spMkLst>
            <pc:docMk/>
            <pc:sldMk cId="863593118" sldId="391"/>
            <ac:spMk id="6" creationId="{0F763751-F049-1EB4-12FC-FA69CD17CCA7}"/>
          </ac:spMkLst>
        </pc:spChg>
        <pc:spChg chg="add mod">
          <ac:chgData name="Viparelli, Enrica" userId="e6d7b4aa-a798-4692-bd7e-df2e77cda6e3" providerId="ADAL" clId="{AED95555-86AE-4DAC-9C4C-6A607A963546}" dt="2026-07-28T05:10:54.971" v="4049" actId="207"/>
          <ac:spMkLst>
            <pc:docMk/>
            <pc:sldMk cId="863593118" sldId="391"/>
            <ac:spMk id="8" creationId="{2614AC49-1497-4BEA-35E8-91199532CEA1}"/>
          </ac:spMkLst>
        </pc:spChg>
        <pc:spChg chg="del">
          <ac:chgData name="Viparelli, Enrica" userId="e6d7b4aa-a798-4692-bd7e-df2e77cda6e3" providerId="ADAL" clId="{AED95555-86AE-4DAC-9C4C-6A607A963546}" dt="2026-07-28T05:04:18.689" v="3653" actId="478"/>
          <ac:spMkLst>
            <pc:docMk/>
            <pc:sldMk cId="863593118" sldId="391"/>
            <ac:spMk id="9" creationId="{C6A2A442-7EA9-7923-8410-785F953D8D3D}"/>
          </ac:spMkLst>
        </pc:spChg>
        <pc:spChg chg="add mod">
          <ac:chgData name="Viparelli, Enrica" userId="e6d7b4aa-a798-4692-bd7e-df2e77cda6e3" providerId="ADAL" clId="{AED95555-86AE-4DAC-9C4C-6A607A963546}" dt="2026-07-28T05:13:58.092" v="4170" actId="20577"/>
          <ac:spMkLst>
            <pc:docMk/>
            <pc:sldMk cId="863593118" sldId="391"/>
            <ac:spMk id="13" creationId="{C0EE133D-9C53-D970-5C2A-19667972F9B9}"/>
          </ac:spMkLst>
        </pc:spChg>
        <pc:spChg chg="del">
          <ac:chgData name="Viparelli, Enrica" userId="e6d7b4aa-a798-4692-bd7e-df2e77cda6e3" providerId="ADAL" clId="{AED95555-86AE-4DAC-9C4C-6A607A963546}" dt="2026-07-28T05:05:08.657" v="3657" actId="478"/>
          <ac:spMkLst>
            <pc:docMk/>
            <pc:sldMk cId="863593118" sldId="391"/>
            <ac:spMk id="16" creationId="{8ABE5E05-21F4-00A7-7724-17D59CEACBD8}"/>
          </ac:spMkLst>
        </pc:spChg>
        <pc:spChg chg="del">
          <ac:chgData name="Viparelli, Enrica" userId="e6d7b4aa-a798-4692-bd7e-df2e77cda6e3" providerId="ADAL" clId="{AED95555-86AE-4DAC-9C4C-6A607A963546}" dt="2026-07-28T05:04:18.689" v="3653" actId="478"/>
          <ac:spMkLst>
            <pc:docMk/>
            <pc:sldMk cId="863593118" sldId="391"/>
            <ac:spMk id="20" creationId="{B237F3DD-7E60-9DBA-2269-719D73C7B5F0}"/>
          </ac:spMkLst>
        </pc:spChg>
        <pc:spChg chg="del">
          <ac:chgData name="Viparelli, Enrica" userId="e6d7b4aa-a798-4692-bd7e-df2e77cda6e3" providerId="ADAL" clId="{AED95555-86AE-4DAC-9C4C-6A607A963546}" dt="2026-07-28T05:04:18.689" v="3653" actId="478"/>
          <ac:spMkLst>
            <pc:docMk/>
            <pc:sldMk cId="863593118" sldId="391"/>
            <ac:spMk id="23" creationId="{CA208BE0-35F7-39CC-209E-5738705B4428}"/>
          </ac:spMkLst>
        </pc:spChg>
        <pc:spChg chg="del">
          <ac:chgData name="Viparelli, Enrica" userId="e6d7b4aa-a798-4692-bd7e-df2e77cda6e3" providerId="ADAL" clId="{AED95555-86AE-4DAC-9C4C-6A607A963546}" dt="2026-07-28T05:04:18.689" v="3653" actId="478"/>
          <ac:spMkLst>
            <pc:docMk/>
            <pc:sldMk cId="863593118" sldId="391"/>
            <ac:spMk id="25" creationId="{45BA7084-70D0-E2ED-AF7E-B22D3D4592DB}"/>
          </ac:spMkLst>
        </pc:spChg>
        <pc:spChg chg="del">
          <ac:chgData name="Viparelli, Enrica" userId="e6d7b4aa-a798-4692-bd7e-df2e77cda6e3" providerId="ADAL" clId="{AED95555-86AE-4DAC-9C4C-6A607A963546}" dt="2026-07-28T05:04:18.689" v="3653" actId="478"/>
          <ac:spMkLst>
            <pc:docMk/>
            <pc:sldMk cId="863593118" sldId="391"/>
            <ac:spMk id="27" creationId="{8CF664A6-5AFF-7017-42FB-BEB3A63E8D48}"/>
          </ac:spMkLst>
        </pc:spChg>
        <pc:spChg chg="del">
          <ac:chgData name="Viparelli, Enrica" userId="e6d7b4aa-a798-4692-bd7e-df2e77cda6e3" providerId="ADAL" clId="{AED95555-86AE-4DAC-9C4C-6A607A963546}" dt="2026-07-28T05:04:18.689" v="3653" actId="478"/>
          <ac:spMkLst>
            <pc:docMk/>
            <pc:sldMk cId="863593118" sldId="391"/>
            <ac:spMk id="29" creationId="{C041DD45-8838-C160-0554-FB9DB749BA75}"/>
          </ac:spMkLst>
        </pc:spChg>
        <pc:spChg chg="del">
          <ac:chgData name="Viparelli, Enrica" userId="e6d7b4aa-a798-4692-bd7e-df2e77cda6e3" providerId="ADAL" clId="{AED95555-86AE-4DAC-9C4C-6A607A963546}" dt="2026-07-28T05:04:21.065" v="3654" actId="478"/>
          <ac:spMkLst>
            <pc:docMk/>
            <pc:sldMk cId="863593118" sldId="391"/>
            <ac:spMk id="31" creationId="{AB9F35DB-4658-8E5A-8C23-F0365FA92427}"/>
          </ac:spMkLst>
        </pc:spChg>
        <pc:spChg chg="mod">
          <ac:chgData name="Viparelli, Enrica" userId="e6d7b4aa-a798-4692-bd7e-df2e77cda6e3" providerId="ADAL" clId="{AED95555-86AE-4DAC-9C4C-6A607A963546}" dt="2026-07-28T05:06:31.662" v="3732" actId="20577"/>
          <ac:spMkLst>
            <pc:docMk/>
            <pc:sldMk cId="863593118" sldId="391"/>
            <ac:spMk id="32" creationId="{9AC946A4-7F95-1FD2-F5AC-2FF684B4F6B9}"/>
          </ac:spMkLst>
        </pc:spChg>
        <pc:spChg chg="del">
          <ac:chgData name="Viparelli, Enrica" userId="e6d7b4aa-a798-4692-bd7e-df2e77cda6e3" providerId="ADAL" clId="{AED95555-86AE-4DAC-9C4C-6A607A963546}" dt="2026-07-28T05:05:08.657" v="3657" actId="478"/>
          <ac:spMkLst>
            <pc:docMk/>
            <pc:sldMk cId="863593118" sldId="391"/>
            <ac:spMk id="37" creationId="{CD09F0D6-EEF7-994A-700E-93D14777CBEA}"/>
          </ac:spMkLst>
        </pc:spChg>
        <pc:spChg chg="del">
          <ac:chgData name="Viparelli, Enrica" userId="e6d7b4aa-a798-4692-bd7e-df2e77cda6e3" providerId="ADAL" clId="{AED95555-86AE-4DAC-9C4C-6A607A963546}" dt="2026-07-28T05:05:08.657" v="3657" actId="478"/>
          <ac:spMkLst>
            <pc:docMk/>
            <pc:sldMk cId="863593118" sldId="391"/>
            <ac:spMk id="40" creationId="{03B424BE-E51D-D37E-C36A-60D747D8826E}"/>
          </ac:spMkLst>
        </pc:spChg>
        <pc:spChg chg="del">
          <ac:chgData name="Viparelli, Enrica" userId="e6d7b4aa-a798-4692-bd7e-df2e77cda6e3" providerId="ADAL" clId="{AED95555-86AE-4DAC-9C4C-6A607A963546}" dt="2026-07-28T05:05:08.657" v="3657" actId="478"/>
          <ac:spMkLst>
            <pc:docMk/>
            <pc:sldMk cId="863593118" sldId="391"/>
            <ac:spMk id="43" creationId="{E8061C5B-6AE3-C20B-7039-EEA90F11660B}"/>
          </ac:spMkLst>
        </pc:spChg>
        <pc:spChg chg="del">
          <ac:chgData name="Viparelli, Enrica" userId="e6d7b4aa-a798-4692-bd7e-df2e77cda6e3" providerId="ADAL" clId="{AED95555-86AE-4DAC-9C4C-6A607A963546}" dt="2026-07-28T05:05:08.657" v="3657" actId="478"/>
          <ac:spMkLst>
            <pc:docMk/>
            <pc:sldMk cId="863593118" sldId="391"/>
            <ac:spMk id="47" creationId="{E99404E4-8CC7-6BC6-0233-4D886D9D0991}"/>
          </ac:spMkLst>
        </pc:spChg>
        <pc:spChg chg="del">
          <ac:chgData name="Viparelli, Enrica" userId="e6d7b4aa-a798-4692-bd7e-df2e77cda6e3" providerId="ADAL" clId="{AED95555-86AE-4DAC-9C4C-6A607A963546}" dt="2026-07-28T05:05:09.447" v="3658" actId="478"/>
          <ac:spMkLst>
            <pc:docMk/>
            <pc:sldMk cId="863593118" sldId="391"/>
            <ac:spMk id="52" creationId="{2D50765F-2ED7-C131-4954-734ED6A0171F}"/>
          </ac:spMkLst>
        </pc:spChg>
        <pc:spChg chg="del">
          <ac:chgData name="Viparelli, Enrica" userId="e6d7b4aa-a798-4692-bd7e-df2e77cda6e3" providerId="ADAL" clId="{AED95555-86AE-4DAC-9C4C-6A607A963546}" dt="2026-07-28T05:05:08.657" v="3657" actId="478"/>
          <ac:spMkLst>
            <pc:docMk/>
            <pc:sldMk cId="863593118" sldId="391"/>
            <ac:spMk id="54" creationId="{C2598A7C-1133-ED45-EEC6-8046116C6F7E}"/>
          </ac:spMkLst>
        </pc:spChg>
        <pc:spChg chg="del">
          <ac:chgData name="Viparelli, Enrica" userId="e6d7b4aa-a798-4692-bd7e-df2e77cda6e3" providerId="ADAL" clId="{AED95555-86AE-4DAC-9C4C-6A607A963546}" dt="2026-07-28T05:05:10.538" v="3659" actId="478"/>
          <ac:spMkLst>
            <pc:docMk/>
            <pc:sldMk cId="863593118" sldId="391"/>
            <ac:spMk id="57" creationId="{335290F5-5ABE-A52B-7847-C1F223D793A3}"/>
          </ac:spMkLst>
        </pc:spChg>
        <pc:cxnChg chg="add mod">
          <ac:chgData name="Viparelli, Enrica" userId="e6d7b4aa-a798-4692-bd7e-df2e77cda6e3" providerId="ADAL" clId="{AED95555-86AE-4DAC-9C4C-6A607A963546}" dt="2026-07-28T05:06:51.341" v="3736" actId="692"/>
          <ac:cxnSpMkLst>
            <pc:docMk/>
            <pc:sldMk cId="863593118" sldId="391"/>
            <ac:cxnSpMk id="4" creationId="{732FC3B9-2F21-ECB5-6899-33AAE1B9130A}"/>
          </ac:cxnSpMkLst>
        </pc:cxnChg>
        <pc:cxnChg chg="add mod">
          <ac:chgData name="Viparelli, Enrica" userId="e6d7b4aa-a798-4692-bd7e-df2e77cda6e3" providerId="ADAL" clId="{AED95555-86AE-4DAC-9C4C-6A607A963546}" dt="2026-07-28T05:11:12.091" v="4053" actId="1076"/>
          <ac:cxnSpMkLst>
            <pc:docMk/>
            <pc:sldMk cId="863593118" sldId="391"/>
            <ac:cxnSpMk id="10" creationId="{2E50F2E1-2E9C-C400-4091-C092520A4E85}"/>
          </ac:cxnSpMkLst>
        </pc:cxnChg>
        <pc:cxnChg chg="del">
          <ac:chgData name="Viparelli, Enrica" userId="e6d7b4aa-a798-4692-bd7e-df2e77cda6e3" providerId="ADAL" clId="{AED95555-86AE-4DAC-9C4C-6A607A963546}" dt="2026-07-28T05:04:18.689" v="3653" actId="478"/>
          <ac:cxnSpMkLst>
            <pc:docMk/>
            <pc:sldMk cId="863593118" sldId="391"/>
            <ac:cxnSpMk id="14" creationId="{F5405871-ED05-0A24-77D8-A72033E732F2}"/>
          </ac:cxnSpMkLst>
        </pc:cxnChg>
        <pc:cxnChg chg="del">
          <ac:chgData name="Viparelli, Enrica" userId="e6d7b4aa-a798-4692-bd7e-df2e77cda6e3" providerId="ADAL" clId="{AED95555-86AE-4DAC-9C4C-6A607A963546}" dt="2026-07-28T05:04:18.689" v="3653" actId="478"/>
          <ac:cxnSpMkLst>
            <pc:docMk/>
            <pc:sldMk cId="863593118" sldId="391"/>
            <ac:cxnSpMk id="17" creationId="{FBE75FD6-2047-0DA8-6FDA-B6C95149685B}"/>
          </ac:cxnSpMkLst>
        </pc:cxnChg>
        <pc:cxnChg chg="del">
          <ac:chgData name="Viparelli, Enrica" userId="e6d7b4aa-a798-4692-bd7e-df2e77cda6e3" providerId="ADAL" clId="{AED95555-86AE-4DAC-9C4C-6A607A963546}" dt="2026-07-28T05:04:18.689" v="3653" actId="478"/>
          <ac:cxnSpMkLst>
            <pc:docMk/>
            <pc:sldMk cId="863593118" sldId="391"/>
            <ac:cxnSpMk id="19" creationId="{6D2ACC2E-577B-7FF5-F78E-5D1D7465896C}"/>
          </ac:cxnSpMkLst>
        </pc:cxnChg>
        <pc:cxnChg chg="del mod">
          <ac:chgData name="Viparelli, Enrica" userId="e6d7b4aa-a798-4692-bd7e-df2e77cda6e3" providerId="ADAL" clId="{AED95555-86AE-4DAC-9C4C-6A607A963546}" dt="2026-07-28T05:05:06.315" v="3656" actId="478"/>
          <ac:cxnSpMkLst>
            <pc:docMk/>
            <pc:sldMk cId="863593118" sldId="391"/>
            <ac:cxnSpMk id="34" creationId="{1FABCC8F-8BC8-FBFC-DC04-BA8F65334BB8}"/>
          </ac:cxnSpMkLst>
        </pc:cxnChg>
        <pc:cxnChg chg="del">
          <ac:chgData name="Viparelli, Enrica" userId="e6d7b4aa-a798-4692-bd7e-df2e77cda6e3" providerId="ADAL" clId="{AED95555-86AE-4DAC-9C4C-6A607A963546}" dt="2026-07-28T05:05:08.657" v="3657" actId="478"/>
          <ac:cxnSpMkLst>
            <pc:docMk/>
            <pc:sldMk cId="863593118" sldId="391"/>
            <ac:cxnSpMk id="41" creationId="{12F71DB3-3161-E04D-4F2B-77212753FDD9}"/>
          </ac:cxnSpMkLst>
        </pc:cxnChg>
        <pc:cxnChg chg="del">
          <ac:chgData name="Viparelli, Enrica" userId="e6d7b4aa-a798-4692-bd7e-df2e77cda6e3" providerId="ADAL" clId="{AED95555-86AE-4DAC-9C4C-6A607A963546}" dt="2026-07-28T05:05:08.657" v="3657" actId="478"/>
          <ac:cxnSpMkLst>
            <pc:docMk/>
            <pc:sldMk cId="863593118" sldId="391"/>
            <ac:cxnSpMk id="44" creationId="{59666DED-4B3A-96C6-5CE2-6806753250FA}"/>
          </ac:cxnSpMkLst>
        </pc:cxnChg>
        <pc:cxnChg chg="del">
          <ac:chgData name="Viparelli, Enrica" userId="e6d7b4aa-a798-4692-bd7e-df2e77cda6e3" providerId="ADAL" clId="{AED95555-86AE-4DAC-9C4C-6A607A963546}" dt="2026-07-28T05:05:08.657" v="3657" actId="478"/>
          <ac:cxnSpMkLst>
            <pc:docMk/>
            <pc:sldMk cId="863593118" sldId="391"/>
            <ac:cxnSpMk id="48" creationId="{EC7FC951-7B91-BA76-9384-27C34C0397FF}"/>
          </ac:cxnSpMkLst>
        </pc:cxnChg>
        <pc:cxnChg chg="del">
          <ac:chgData name="Viparelli, Enrica" userId="e6d7b4aa-a798-4692-bd7e-df2e77cda6e3" providerId="ADAL" clId="{AED95555-86AE-4DAC-9C4C-6A607A963546}" dt="2026-07-28T05:05:08.657" v="3657" actId="478"/>
          <ac:cxnSpMkLst>
            <pc:docMk/>
            <pc:sldMk cId="863593118" sldId="391"/>
            <ac:cxnSpMk id="55" creationId="{945FFD50-E019-046D-B78A-19D74E4B64DC}"/>
          </ac:cxnSpMkLst>
        </pc:cxnChg>
      </pc:sldChg>
      <pc:sldChg chg="add del">
        <pc:chgData name="Viparelli, Enrica" userId="e6d7b4aa-a798-4692-bd7e-df2e77cda6e3" providerId="ADAL" clId="{AED95555-86AE-4DAC-9C4C-6A607A963546}" dt="2026-07-28T05:03:40.003" v="3614" actId="47"/>
        <pc:sldMkLst>
          <pc:docMk/>
          <pc:sldMk cId="1112821163" sldId="392"/>
        </pc:sldMkLst>
      </pc:sldChg>
      <pc:sldChg chg="add del">
        <pc:chgData name="Viparelli, Enrica" userId="e6d7b4aa-a798-4692-bd7e-df2e77cda6e3" providerId="ADAL" clId="{AED95555-86AE-4DAC-9C4C-6A607A963546}" dt="2026-07-28T05:03:36.102" v="3611" actId="47"/>
        <pc:sldMkLst>
          <pc:docMk/>
          <pc:sldMk cId="3268146840" sldId="393"/>
        </pc:sldMkLst>
      </pc:sldChg>
      <pc:sldChg chg="add del">
        <pc:chgData name="Viparelli, Enrica" userId="e6d7b4aa-a798-4692-bd7e-df2e77cda6e3" providerId="ADAL" clId="{AED95555-86AE-4DAC-9C4C-6A607A963546}" dt="2026-07-28T05:03:37.866" v="3612" actId="47"/>
        <pc:sldMkLst>
          <pc:docMk/>
          <pc:sldMk cId="3452194712" sldId="39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Users\viparell\Google%20Drive\Hokkaido_21\graph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4"/>
          <c:order val="0"/>
          <c:marker>
            <c:symbol val="none"/>
          </c:marker>
          <c:xVal>
            <c:numRef>
              <c:f>Sheet6!$B$7:$B$31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xVal>
          <c:yVal>
            <c:numRef>
              <c:f>Sheet6!$C$7:$C$31</c:f>
              <c:numCache>
                <c:formatCode>General</c:formatCode>
                <c:ptCount val="25"/>
                <c:pt idx="0">
                  <c:v>6.2560000000000004E-2</c:v>
                </c:pt>
                <c:pt idx="1">
                  <c:v>6.4000000000000001E-2</c:v>
                </c:pt>
                <c:pt idx="2">
                  <c:v>7.5999999999999998E-2</c:v>
                </c:pt>
                <c:pt idx="3">
                  <c:v>9.6000000000000002E-2</c:v>
                </c:pt>
                <c:pt idx="4">
                  <c:v>0.12400000000000001</c:v>
                </c:pt>
                <c:pt idx="5">
                  <c:v>0.16</c:v>
                </c:pt>
                <c:pt idx="6">
                  <c:v>0.20399999999999999</c:v>
                </c:pt>
                <c:pt idx="7">
                  <c:v>0.25600000000000001</c:v>
                </c:pt>
                <c:pt idx="8">
                  <c:v>0.31599999999999995</c:v>
                </c:pt>
                <c:pt idx="9">
                  <c:v>0.38399999999999995</c:v>
                </c:pt>
                <c:pt idx="10">
                  <c:v>0.45999999999999991</c:v>
                </c:pt>
                <c:pt idx="11">
                  <c:v>0.54399999999999993</c:v>
                </c:pt>
                <c:pt idx="12">
                  <c:v>0.6359999999999999</c:v>
                </c:pt>
                <c:pt idx="13">
                  <c:v>0.73600000000000021</c:v>
                </c:pt>
                <c:pt idx="14">
                  <c:v>0.84400000000000031</c:v>
                </c:pt>
                <c:pt idx="15">
                  <c:v>0.96000000000000041</c:v>
                </c:pt>
                <c:pt idx="16">
                  <c:v>1.0840000000000005</c:v>
                </c:pt>
                <c:pt idx="17">
                  <c:v>1.2160000000000006</c:v>
                </c:pt>
                <c:pt idx="18">
                  <c:v>1.3560000000000008</c:v>
                </c:pt>
                <c:pt idx="19">
                  <c:v>1.5040000000000009</c:v>
                </c:pt>
                <c:pt idx="20">
                  <c:v>1.6600000000000008</c:v>
                </c:pt>
                <c:pt idx="21">
                  <c:v>1.824000000000001</c:v>
                </c:pt>
                <c:pt idx="22">
                  <c:v>1.9960000000000011</c:v>
                </c:pt>
                <c:pt idx="23">
                  <c:v>2.1760000000000015</c:v>
                </c:pt>
                <c:pt idx="24">
                  <c:v>2.3640000000000017</c:v>
                </c:pt>
              </c:numCache>
            </c:numRef>
          </c:yVal>
          <c:smooth val="0"/>
          <c:extLst>
            <c:ext xmlns:c16="http://schemas.microsoft.com/office/drawing/2014/chart" uri="{C3380CC4-5D6E-409C-BE32-E72D297353CC}">
              <c16:uniqueId val="{00000000-27E7-2E48-A8B7-0FF1106EB045}"/>
            </c:ext>
          </c:extLst>
        </c:ser>
        <c:ser>
          <c:idx val="5"/>
          <c:order val="1"/>
          <c:spPr>
            <a:ln>
              <a:solidFill>
                <a:schemeClr val="tx1"/>
              </a:solidFill>
              <a:prstDash val="dash"/>
            </a:ln>
          </c:spPr>
          <c:marker>
            <c:symbol val="none"/>
          </c:marker>
          <c:xVal>
            <c:numRef>
              <c:f>Sheet6!$B$7:$B$31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xVal>
          <c:yVal>
            <c:numRef>
              <c:f>Sheet6!$D$7:$D$31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yVal>
          <c:smooth val="0"/>
          <c:extLst>
            <c:ext xmlns:c16="http://schemas.microsoft.com/office/drawing/2014/chart" uri="{C3380CC4-5D6E-409C-BE32-E72D297353CC}">
              <c16:uniqueId val="{00000001-27E7-2E48-A8B7-0FF1106EB045}"/>
            </c:ext>
          </c:extLst>
        </c:ser>
        <c:ser>
          <c:idx val="6"/>
          <c:order val="2"/>
          <c:spPr>
            <a:ln w="19050" cap="rnd">
              <a:solidFill>
                <a:schemeClr val="accent1"/>
              </a:solidFill>
              <a:round/>
            </a:ln>
            <a:effectLst/>
          </c:spPr>
          <c:marker>
            <c:symbol val="none"/>
          </c:marker>
          <c:xVal>
            <c:numRef>
              <c:f>Sheet6!$B$7:$B$31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xVal>
          <c:yVal>
            <c:numRef>
              <c:f>Sheet6!$C$7:$C$31</c:f>
              <c:numCache>
                <c:formatCode>General</c:formatCode>
                <c:ptCount val="25"/>
                <c:pt idx="0">
                  <c:v>6.2560000000000004E-2</c:v>
                </c:pt>
                <c:pt idx="1">
                  <c:v>6.4000000000000001E-2</c:v>
                </c:pt>
                <c:pt idx="2">
                  <c:v>7.5999999999999998E-2</c:v>
                </c:pt>
                <c:pt idx="3">
                  <c:v>9.6000000000000002E-2</c:v>
                </c:pt>
                <c:pt idx="4">
                  <c:v>0.12400000000000001</c:v>
                </c:pt>
                <c:pt idx="5">
                  <c:v>0.16</c:v>
                </c:pt>
                <c:pt idx="6">
                  <c:v>0.20399999999999999</c:v>
                </c:pt>
                <c:pt idx="7">
                  <c:v>0.25600000000000001</c:v>
                </c:pt>
                <c:pt idx="8">
                  <c:v>0.31599999999999995</c:v>
                </c:pt>
                <c:pt idx="9">
                  <c:v>0.38399999999999995</c:v>
                </c:pt>
                <c:pt idx="10">
                  <c:v>0.45999999999999991</c:v>
                </c:pt>
                <c:pt idx="11">
                  <c:v>0.54399999999999993</c:v>
                </c:pt>
                <c:pt idx="12">
                  <c:v>0.6359999999999999</c:v>
                </c:pt>
                <c:pt idx="13">
                  <c:v>0.73600000000000021</c:v>
                </c:pt>
                <c:pt idx="14">
                  <c:v>0.84400000000000031</c:v>
                </c:pt>
                <c:pt idx="15">
                  <c:v>0.96000000000000041</c:v>
                </c:pt>
                <c:pt idx="16">
                  <c:v>1.0840000000000005</c:v>
                </c:pt>
                <c:pt idx="17">
                  <c:v>1.2160000000000006</c:v>
                </c:pt>
                <c:pt idx="18">
                  <c:v>1.3560000000000008</c:v>
                </c:pt>
                <c:pt idx="19">
                  <c:v>1.5040000000000009</c:v>
                </c:pt>
                <c:pt idx="20">
                  <c:v>1.6600000000000008</c:v>
                </c:pt>
                <c:pt idx="21">
                  <c:v>1.824000000000001</c:v>
                </c:pt>
                <c:pt idx="22">
                  <c:v>1.9960000000000011</c:v>
                </c:pt>
                <c:pt idx="23">
                  <c:v>2.1760000000000015</c:v>
                </c:pt>
                <c:pt idx="24">
                  <c:v>2.3640000000000017</c:v>
                </c:pt>
              </c:numCache>
            </c:numRef>
          </c:yVal>
          <c:smooth val="0"/>
          <c:extLst>
            <c:ext xmlns:c16="http://schemas.microsoft.com/office/drawing/2014/chart" uri="{C3380CC4-5D6E-409C-BE32-E72D297353CC}">
              <c16:uniqueId val="{00000002-27E7-2E48-A8B7-0FF1106EB045}"/>
            </c:ext>
          </c:extLst>
        </c:ser>
        <c:ser>
          <c:idx val="7"/>
          <c:order val="3"/>
          <c:spPr>
            <a:ln w="19050" cap="rnd">
              <a:solidFill>
                <a:schemeClr val="tx1"/>
              </a:solidFill>
              <a:round/>
            </a:ln>
            <a:effectLst/>
          </c:spPr>
          <c:marker>
            <c:symbol val="none"/>
          </c:marker>
          <c:xVal>
            <c:numRef>
              <c:f>Sheet6!$B$4:$B$6</c:f>
              <c:numCache>
                <c:formatCode>General</c:formatCode>
                <c:ptCount val="3"/>
                <c:pt idx="0">
                  <c:v>0</c:v>
                </c:pt>
                <c:pt idx="1">
                  <c:v>0.04</c:v>
                </c:pt>
                <c:pt idx="2">
                  <c:v>0.06</c:v>
                </c:pt>
              </c:numCache>
            </c:numRef>
          </c:xVal>
          <c:yVal>
            <c:numRef>
              <c:f>Sheet6!$D$4:$D$6</c:f>
              <c:numCache>
                <c:formatCode>General</c:formatCode>
                <c:ptCount val="3"/>
                <c:pt idx="0">
                  <c:v>0</c:v>
                </c:pt>
                <c:pt idx="1">
                  <c:v>0.04</c:v>
                </c:pt>
                <c:pt idx="2">
                  <c:v>0.06</c:v>
                </c:pt>
              </c:numCache>
            </c:numRef>
          </c:yVal>
          <c:smooth val="0"/>
          <c:extLst>
            <c:ext xmlns:c16="http://schemas.microsoft.com/office/drawing/2014/chart" uri="{C3380CC4-5D6E-409C-BE32-E72D297353CC}">
              <c16:uniqueId val="{00000003-27E7-2E48-A8B7-0FF1106EB045}"/>
            </c:ext>
          </c:extLst>
        </c:ser>
        <c:ser>
          <c:idx val="2"/>
          <c:order val="4"/>
          <c:marker>
            <c:symbol val="none"/>
          </c:marker>
          <c:xVal>
            <c:numRef>
              <c:f>Sheet6!$B$7:$B$31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xVal>
          <c:yVal>
            <c:numRef>
              <c:f>Sheet6!$C$7:$C$31</c:f>
              <c:numCache>
                <c:formatCode>General</c:formatCode>
                <c:ptCount val="25"/>
                <c:pt idx="0">
                  <c:v>6.2560000000000004E-2</c:v>
                </c:pt>
                <c:pt idx="1">
                  <c:v>6.4000000000000001E-2</c:v>
                </c:pt>
                <c:pt idx="2">
                  <c:v>7.5999999999999998E-2</c:v>
                </c:pt>
                <c:pt idx="3">
                  <c:v>9.6000000000000002E-2</c:v>
                </c:pt>
                <c:pt idx="4">
                  <c:v>0.12400000000000001</c:v>
                </c:pt>
                <c:pt idx="5">
                  <c:v>0.16</c:v>
                </c:pt>
                <c:pt idx="6">
                  <c:v>0.20399999999999999</c:v>
                </c:pt>
                <c:pt idx="7">
                  <c:v>0.25600000000000001</c:v>
                </c:pt>
                <c:pt idx="8">
                  <c:v>0.31599999999999995</c:v>
                </c:pt>
                <c:pt idx="9">
                  <c:v>0.38399999999999995</c:v>
                </c:pt>
                <c:pt idx="10">
                  <c:v>0.45999999999999991</c:v>
                </c:pt>
                <c:pt idx="11">
                  <c:v>0.54399999999999993</c:v>
                </c:pt>
                <c:pt idx="12">
                  <c:v>0.6359999999999999</c:v>
                </c:pt>
                <c:pt idx="13">
                  <c:v>0.73600000000000021</c:v>
                </c:pt>
                <c:pt idx="14">
                  <c:v>0.84400000000000031</c:v>
                </c:pt>
                <c:pt idx="15">
                  <c:v>0.96000000000000041</c:v>
                </c:pt>
                <c:pt idx="16">
                  <c:v>1.0840000000000005</c:v>
                </c:pt>
                <c:pt idx="17">
                  <c:v>1.2160000000000006</c:v>
                </c:pt>
                <c:pt idx="18">
                  <c:v>1.3560000000000008</c:v>
                </c:pt>
                <c:pt idx="19">
                  <c:v>1.5040000000000009</c:v>
                </c:pt>
                <c:pt idx="20">
                  <c:v>1.6600000000000008</c:v>
                </c:pt>
                <c:pt idx="21">
                  <c:v>1.824000000000001</c:v>
                </c:pt>
                <c:pt idx="22">
                  <c:v>1.9960000000000011</c:v>
                </c:pt>
                <c:pt idx="23">
                  <c:v>2.1760000000000015</c:v>
                </c:pt>
                <c:pt idx="24">
                  <c:v>2.3640000000000017</c:v>
                </c:pt>
              </c:numCache>
            </c:numRef>
          </c:yVal>
          <c:smooth val="0"/>
          <c:extLst>
            <c:ext xmlns:c16="http://schemas.microsoft.com/office/drawing/2014/chart" uri="{C3380CC4-5D6E-409C-BE32-E72D297353CC}">
              <c16:uniqueId val="{00000004-27E7-2E48-A8B7-0FF1106EB045}"/>
            </c:ext>
          </c:extLst>
        </c:ser>
        <c:ser>
          <c:idx val="3"/>
          <c:order val="5"/>
          <c:spPr>
            <a:ln>
              <a:solidFill>
                <a:schemeClr val="tx1"/>
              </a:solidFill>
            </a:ln>
          </c:spPr>
          <c:marker>
            <c:symbol val="none"/>
          </c:marker>
          <c:xVal>
            <c:numRef>
              <c:f>Sheet6!$B$31:$B$47</c:f>
              <c:numCache>
                <c:formatCode>General</c:formatCode>
                <c:ptCount val="17"/>
                <c:pt idx="0">
                  <c:v>2.4000000000000008</c:v>
                </c:pt>
                <c:pt idx="1">
                  <c:v>2.5000000000000009</c:v>
                </c:pt>
                <c:pt idx="2">
                  <c:v>2.600000000000001</c:v>
                </c:pt>
                <c:pt idx="3">
                  <c:v>2.7000000000000011</c:v>
                </c:pt>
                <c:pt idx="4">
                  <c:v>2.8000000000000012</c:v>
                </c:pt>
                <c:pt idx="5">
                  <c:v>2.9000000000000012</c:v>
                </c:pt>
                <c:pt idx="6">
                  <c:v>3.0000000000000013</c:v>
                </c:pt>
                <c:pt idx="7">
                  <c:v>3.1000000000000014</c:v>
                </c:pt>
                <c:pt idx="8">
                  <c:v>3.2000000000000015</c:v>
                </c:pt>
                <c:pt idx="9">
                  <c:v>3.3000000000000016</c:v>
                </c:pt>
                <c:pt idx="10">
                  <c:v>3.4000000000000017</c:v>
                </c:pt>
                <c:pt idx="11">
                  <c:v>3.5000000000000018</c:v>
                </c:pt>
                <c:pt idx="12">
                  <c:v>3.6000000000000019</c:v>
                </c:pt>
                <c:pt idx="13">
                  <c:v>3.700000000000002</c:v>
                </c:pt>
                <c:pt idx="14">
                  <c:v>3.800000000000002</c:v>
                </c:pt>
                <c:pt idx="15">
                  <c:v>3.9000000000000021</c:v>
                </c:pt>
                <c:pt idx="16">
                  <c:v>4.0000000000000018</c:v>
                </c:pt>
              </c:numCache>
            </c:numRef>
          </c:xVal>
          <c:yVal>
            <c:numRef>
              <c:f>Sheet6!$D$31:$D$47</c:f>
              <c:numCache>
                <c:formatCode>General</c:formatCode>
                <c:ptCount val="17"/>
                <c:pt idx="0">
                  <c:v>2.4000000000000008</c:v>
                </c:pt>
                <c:pt idx="1">
                  <c:v>2.5000000000000009</c:v>
                </c:pt>
                <c:pt idx="2">
                  <c:v>2.600000000000001</c:v>
                </c:pt>
                <c:pt idx="3">
                  <c:v>2.7000000000000011</c:v>
                </c:pt>
                <c:pt idx="4">
                  <c:v>2.8000000000000012</c:v>
                </c:pt>
                <c:pt idx="5">
                  <c:v>2.9000000000000012</c:v>
                </c:pt>
                <c:pt idx="6">
                  <c:v>3.0000000000000013</c:v>
                </c:pt>
                <c:pt idx="7">
                  <c:v>3.1000000000000014</c:v>
                </c:pt>
                <c:pt idx="8">
                  <c:v>3.2000000000000015</c:v>
                </c:pt>
                <c:pt idx="9">
                  <c:v>3.3000000000000016</c:v>
                </c:pt>
                <c:pt idx="10">
                  <c:v>3.4000000000000017</c:v>
                </c:pt>
                <c:pt idx="11">
                  <c:v>3.5000000000000018</c:v>
                </c:pt>
                <c:pt idx="12">
                  <c:v>3.6000000000000019</c:v>
                </c:pt>
                <c:pt idx="13">
                  <c:v>3.700000000000002</c:v>
                </c:pt>
                <c:pt idx="14">
                  <c:v>3.800000000000002</c:v>
                </c:pt>
                <c:pt idx="15">
                  <c:v>3.9000000000000021</c:v>
                </c:pt>
                <c:pt idx="16">
                  <c:v>4.0000000000000018</c:v>
                </c:pt>
              </c:numCache>
            </c:numRef>
          </c:yVal>
          <c:smooth val="0"/>
          <c:extLst>
            <c:ext xmlns:c16="http://schemas.microsoft.com/office/drawing/2014/chart" uri="{C3380CC4-5D6E-409C-BE32-E72D297353CC}">
              <c16:uniqueId val="{00000005-27E7-2E48-A8B7-0FF1106EB045}"/>
            </c:ext>
          </c:extLst>
        </c:ser>
        <c:ser>
          <c:idx val="0"/>
          <c:order val="6"/>
          <c:spPr>
            <a:ln w="19050" cap="rnd">
              <a:solidFill>
                <a:schemeClr val="tx1"/>
              </a:solidFill>
              <a:round/>
            </a:ln>
            <a:effectLst/>
          </c:spPr>
          <c:marker>
            <c:symbol val="none"/>
          </c:marker>
          <c:xVal>
            <c:numRef>
              <c:f>Sheet6!$B$7:$B$31</c:f>
              <c:numCache>
                <c:formatCode>General</c:formatCode>
                <c:ptCount val="25"/>
                <c:pt idx="0">
                  <c:v>0.08</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numCache>
            </c:numRef>
          </c:xVal>
          <c:yVal>
            <c:numRef>
              <c:f>Sheet6!$C$7:$C$31</c:f>
              <c:numCache>
                <c:formatCode>General</c:formatCode>
                <c:ptCount val="25"/>
                <c:pt idx="0">
                  <c:v>6.2560000000000004E-2</c:v>
                </c:pt>
                <c:pt idx="1">
                  <c:v>6.4000000000000001E-2</c:v>
                </c:pt>
                <c:pt idx="2">
                  <c:v>7.5999999999999998E-2</c:v>
                </c:pt>
                <c:pt idx="3">
                  <c:v>9.6000000000000002E-2</c:v>
                </c:pt>
                <c:pt idx="4">
                  <c:v>0.12400000000000001</c:v>
                </c:pt>
                <c:pt idx="5">
                  <c:v>0.16</c:v>
                </c:pt>
                <c:pt idx="6">
                  <c:v>0.20399999999999999</c:v>
                </c:pt>
                <c:pt idx="7">
                  <c:v>0.25600000000000001</c:v>
                </c:pt>
                <c:pt idx="8">
                  <c:v>0.31599999999999995</c:v>
                </c:pt>
                <c:pt idx="9">
                  <c:v>0.38399999999999995</c:v>
                </c:pt>
                <c:pt idx="10">
                  <c:v>0.45999999999999991</c:v>
                </c:pt>
                <c:pt idx="11">
                  <c:v>0.54399999999999993</c:v>
                </c:pt>
                <c:pt idx="12">
                  <c:v>0.6359999999999999</c:v>
                </c:pt>
                <c:pt idx="13">
                  <c:v>0.73600000000000021</c:v>
                </c:pt>
                <c:pt idx="14">
                  <c:v>0.84400000000000031</c:v>
                </c:pt>
                <c:pt idx="15">
                  <c:v>0.96000000000000041</c:v>
                </c:pt>
                <c:pt idx="16">
                  <c:v>1.0840000000000005</c:v>
                </c:pt>
                <c:pt idx="17">
                  <c:v>1.2160000000000006</c:v>
                </c:pt>
                <c:pt idx="18">
                  <c:v>1.3560000000000008</c:v>
                </c:pt>
                <c:pt idx="19">
                  <c:v>1.5040000000000009</c:v>
                </c:pt>
                <c:pt idx="20">
                  <c:v>1.6600000000000008</c:v>
                </c:pt>
                <c:pt idx="21">
                  <c:v>1.824000000000001</c:v>
                </c:pt>
                <c:pt idx="22">
                  <c:v>1.9960000000000011</c:v>
                </c:pt>
                <c:pt idx="23">
                  <c:v>2.1760000000000015</c:v>
                </c:pt>
                <c:pt idx="24">
                  <c:v>2.3640000000000017</c:v>
                </c:pt>
              </c:numCache>
            </c:numRef>
          </c:yVal>
          <c:smooth val="0"/>
          <c:extLst>
            <c:ext xmlns:c16="http://schemas.microsoft.com/office/drawing/2014/chart" uri="{C3380CC4-5D6E-409C-BE32-E72D297353CC}">
              <c16:uniqueId val="{00000006-27E7-2E48-A8B7-0FF1106EB045}"/>
            </c:ext>
          </c:extLst>
        </c:ser>
        <c:ser>
          <c:idx val="1"/>
          <c:order val="7"/>
          <c:spPr>
            <a:ln w="19050" cap="rnd">
              <a:solidFill>
                <a:schemeClr val="tx1"/>
              </a:solidFill>
              <a:round/>
            </a:ln>
            <a:effectLst/>
          </c:spPr>
          <c:marker>
            <c:symbol val="none"/>
          </c:marker>
          <c:xVal>
            <c:numRef>
              <c:f>Sheet6!$B$4:$B$6</c:f>
              <c:numCache>
                <c:formatCode>General</c:formatCode>
                <c:ptCount val="3"/>
                <c:pt idx="0">
                  <c:v>0</c:v>
                </c:pt>
                <c:pt idx="1">
                  <c:v>0.04</c:v>
                </c:pt>
                <c:pt idx="2">
                  <c:v>0.06</c:v>
                </c:pt>
              </c:numCache>
            </c:numRef>
          </c:xVal>
          <c:yVal>
            <c:numRef>
              <c:f>Sheet6!$D$4:$D$6</c:f>
              <c:numCache>
                <c:formatCode>General</c:formatCode>
                <c:ptCount val="3"/>
                <c:pt idx="0">
                  <c:v>0</c:v>
                </c:pt>
                <c:pt idx="1">
                  <c:v>0.04</c:v>
                </c:pt>
                <c:pt idx="2">
                  <c:v>0.06</c:v>
                </c:pt>
              </c:numCache>
            </c:numRef>
          </c:yVal>
          <c:smooth val="0"/>
          <c:extLst>
            <c:ext xmlns:c16="http://schemas.microsoft.com/office/drawing/2014/chart" uri="{C3380CC4-5D6E-409C-BE32-E72D297353CC}">
              <c16:uniqueId val="{00000007-27E7-2E48-A8B7-0FF1106EB045}"/>
            </c:ext>
          </c:extLst>
        </c:ser>
        <c:dLbls>
          <c:showLegendKey val="0"/>
          <c:showVal val="0"/>
          <c:showCatName val="0"/>
          <c:showSerName val="0"/>
          <c:showPercent val="0"/>
          <c:showBubbleSize val="0"/>
        </c:dLbls>
        <c:axId val="54875792"/>
        <c:axId val="54791472"/>
      </c:scatterChart>
      <c:valAx>
        <c:axId val="54875792"/>
        <c:scaling>
          <c:orientation val="minMax"/>
          <c:max val="3.5"/>
          <c:min val="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4791472"/>
        <c:crosses val="autoZero"/>
        <c:crossBetween val="midCat"/>
        <c:majorUnit val="0.5"/>
      </c:valAx>
      <c:valAx>
        <c:axId val="54791472"/>
        <c:scaling>
          <c:orientation val="minMax"/>
          <c:max val="3.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4875792"/>
        <c:crosses val="autoZero"/>
        <c:crossBetween val="midCat"/>
      </c:valAx>
    </c:plotArea>
    <c:plotVisOnly val="1"/>
    <c:dispBlanksAs val="gap"/>
    <c:showDLblsOverMax val="0"/>
    <c:extLst/>
  </c:chart>
  <c:spPr>
    <a:solidFill>
      <a:schemeClr val="bg1"/>
    </a:solidFill>
    <a:ln w="9525" cap="flat" cmpd="sng" algn="ctr">
      <a:noFill/>
      <a:round/>
    </a:ln>
    <a:effectLst/>
  </c:spPr>
  <c:txPr>
    <a:bodyPr/>
    <a:lstStyle/>
    <a:p>
      <a:pPr>
        <a:defRPr sz="1400">
          <a:latin typeface="Arial" panose="020B0604020202020204" pitchFamily="34" charset="0"/>
          <a:cs typeface="Arial" panose="020B0604020202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C86B9F-2A8D-49FE-91E0-38F8DD5737A3}"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64AEC-655B-4140-A677-C7F80AD30CEC}" type="slidenum">
              <a:rPr lang="en-US" smtClean="0"/>
              <a:t>‹#›</a:t>
            </a:fld>
            <a:endParaRPr lang="en-US"/>
          </a:p>
        </p:txBody>
      </p:sp>
    </p:spTree>
    <p:extLst>
      <p:ext uri="{BB962C8B-B14F-4D97-AF65-F5344CB8AC3E}">
        <p14:creationId xmlns:p14="http://schemas.microsoft.com/office/powerpoint/2010/main" val="377796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0B41F-6078-BADA-3930-D136DE0BA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3A59E0-4328-8F48-186A-D60ED856F6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B2380E-65C5-1258-5145-DCF8D5F68107}"/>
              </a:ext>
            </a:extLst>
          </p:cNvPr>
          <p:cNvSpPr>
            <a:spLocks noGrp="1"/>
          </p:cNvSpPr>
          <p:nvPr>
            <p:ph type="dt" sz="half" idx="10"/>
          </p:nvPr>
        </p:nvSpPr>
        <p:spPr/>
        <p:txBody>
          <a:bodyPr/>
          <a:lstStyle/>
          <a:p>
            <a:fld id="{7A40E53E-5C03-4602-97FD-78620DD0F918}" type="datetime1">
              <a:rPr lang="en-US" smtClean="0"/>
              <a:t>7/28/2026</a:t>
            </a:fld>
            <a:endParaRPr lang="en-US"/>
          </a:p>
        </p:txBody>
      </p:sp>
      <p:sp>
        <p:nvSpPr>
          <p:cNvPr id="5" name="Footer Placeholder 4">
            <a:extLst>
              <a:ext uri="{FF2B5EF4-FFF2-40B4-BE49-F238E27FC236}">
                <a16:creationId xmlns:a16="http://schemas.microsoft.com/office/drawing/2014/main" id="{50CD329A-DA9F-DBCE-9D59-4108E4069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41E3F-A0C5-C9BF-4ACD-5121FEF17DA1}"/>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898750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F883-470E-C03B-E956-826C419678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B70F65-7EE6-B30D-1E0E-84BEBDA900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3C54-B5C9-B984-9149-8DF22D906E72}"/>
              </a:ext>
            </a:extLst>
          </p:cNvPr>
          <p:cNvSpPr>
            <a:spLocks noGrp="1"/>
          </p:cNvSpPr>
          <p:nvPr>
            <p:ph type="dt" sz="half" idx="10"/>
          </p:nvPr>
        </p:nvSpPr>
        <p:spPr/>
        <p:txBody>
          <a:bodyPr/>
          <a:lstStyle/>
          <a:p>
            <a:fld id="{5645235F-55A1-4AD0-B739-A420B71B2446}" type="datetime1">
              <a:rPr lang="en-US" smtClean="0"/>
              <a:t>7/28/2026</a:t>
            </a:fld>
            <a:endParaRPr lang="en-US"/>
          </a:p>
        </p:txBody>
      </p:sp>
      <p:sp>
        <p:nvSpPr>
          <p:cNvPr id="5" name="Footer Placeholder 4">
            <a:extLst>
              <a:ext uri="{FF2B5EF4-FFF2-40B4-BE49-F238E27FC236}">
                <a16:creationId xmlns:a16="http://schemas.microsoft.com/office/drawing/2014/main" id="{E4C283F7-FF7B-E37A-B3FF-3CAAAFDBE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A304AE-BC8F-2532-531C-50D91992887B}"/>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4248164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02A-70CB-9678-8085-18589E6AB8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E32387-42B1-900C-19E7-E280FA7500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23E3AF-61E0-FF80-A12F-29C56AB09156}"/>
              </a:ext>
            </a:extLst>
          </p:cNvPr>
          <p:cNvSpPr>
            <a:spLocks noGrp="1"/>
          </p:cNvSpPr>
          <p:nvPr>
            <p:ph type="dt" sz="half" idx="10"/>
          </p:nvPr>
        </p:nvSpPr>
        <p:spPr/>
        <p:txBody>
          <a:bodyPr/>
          <a:lstStyle/>
          <a:p>
            <a:fld id="{3122AF73-6322-4819-A6B5-CB0361EA91EC}" type="datetime1">
              <a:rPr lang="en-US" smtClean="0"/>
              <a:t>7/28/2026</a:t>
            </a:fld>
            <a:endParaRPr lang="en-US"/>
          </a:p>
        </p:txBody>
      </p:sp>
      <p:sp>
        <p:nvSpPr>
          <p:cNvPr id="5" name="Footer Placeholder 4">
            <a:extLst>
              <a:ext uri="{FF2B5EF4-FFF2-40B4-BE49-F238E27FC236}">
                <a16:creationId xmlns:a16="http://schemas.microsoft.com/office/drawing/2014/main" id="{1509D045-00CA-CD13-1238-DD3F6DA4F9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29634-2E8C-C4C2-F078-082FD127DE84}"/>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498650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4D58-7260-6E96-201C-1497137BCB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946823-2070-020D-3CE4-178E49AE75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810737-4C10-ABE7-1525-D4EB46CC44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66EEC9-93B8-70AC-EDC1-58AAAC224E9B}"/>
              </a:ext>
            </a:extLst>
          </p:cNvPr>
          <p:cNvSpPr>
            <a:spLocks noGrp="1"/>
          </p:cNvSpPr>
          <p:nvPr>
            <p:ph type="dt" sz="half" idx="10"/>
          </p:nvPr>
        </p:nvSpPr>
        <p:spPr/>
        <p:txBody>
          <a:bodyPr/>
          <a:lstStyle/>
          <a:p>
            <a:fld id="{394B2643-0509-4C09-8188-949060BD25BD}" type="datetime1">
              <a:rPr lang="en-US" smtClean="0"/>
              <a:t>7/28/2026</a:t>
            </a:fld>
            <a:endParaRPr lang="en-US"/>
          </a:p>
        </p:txBody>
      </p:sp>
      <p:sp>
        <p:nvSpPr>
          <p:cNvPr id="6" name="Footer Placeholder 5">
            <a:extLst>
              <a:ext uri="{FF2B5EF4-FFF2-40B4-BE49-F238E27FC236}">
                <a16:creationId xmlns:a16="http://schemas.microsoft.com/office/drawing/2014/main" id="{8E1E294E-CA53-23BD-3449-291D50063C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EC248-AA0D-AE68-9159-556FF6797C0E}"/>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90858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22D0A-F805-21FE-C761-9CC7B679D6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846FF3-E5F2-14FF-709D-77DAA0EFA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80C87B-D2D2-E63B-FA99-99CDF173CA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36664B-8107-2B48-4CB7-C052FCC7BD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43DD00-1A1F-FBD5-9B7E-FD5D9B205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4BCC1D-F37F-BA4C-52BB-03CBE2FCFCDF}"/>
              </a:ext>
            </a:extLst>
          </p:cNvPr>
          <p:cNvSpPr>
            <a:spLocks noGrp="1"/>
          </p:cNvSpPr>
          <p:nvPr>
            <p:ph type="dt" sz="half" idx="10"/>
          </p:nvPr>
        </p:nvSpPr>
        <p:spPr/>
        <p:txBody>
          <a:bodyPr/>
          <a:lstStyle/>
          <a:p>
            <a:fld id="{200FDB2D-CBC5-42AE-825D-EC2FCDBD86A9}" type="datetime1">
              <a:rPr lang="en-US" smtClean="0"/>
              <a:t>7/28/2026</a:t>
            </a:fld>
            <a:endParaRPr lang="en-US"/>
          </a:p>
        </p:txBody>
      </p:sp>
      <p:sp>
        <p:nvSpPr>
          <p:cNvPr id="8" name="Footer Placeholder 7">
            <a:extLst>
              <a:ext uri="{FF2B5EF4-FFF2-40B4-BE49-F238E27FC236}">
                <a16:creationId xmlns:a16="http://schemas.microsoft.com/office/drawing/2014/main" id="{B466F042-3443-F482-9042-F5D0B4BAB6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C0DF6A-61F4-C820-E2E1-AD07C062BB2B}"/>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337793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42423-0EA7-2ECE-F011-1782C1D8C1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8DB6C6-FFD5-AC79-E282-4EF8B4A155C6}"/>
              </a:ext>
            </a:extLst>
          </p:cNvPr>
          <p:cNvSpPr>
            <a:spLocks noGrp="1"/>
          </p:cNvSpPr>
          <p:nvPr>
            <p:ph type="dt" sz="half" idx="10"/>
          </p:nvPr>
        </p:nvSpPr>
        <p:spPr/>
        <p:txBody>
          <a:bodyPr/>
          <a:lstStyle/>
          <a:p>
            <a:fld id="{DE52D328-0EEE-4CC2-AA6E-095DD1E7E6C9}" type="datetime1">
              <a:rPr lang="en-US" smtClean="0"/>
              <a:t>7/28/2026</a:t>
            </a:fld>
            <a:endParaRPr lang="en-US"/>
          </a:p>
        </p:txBody>
      </p:sp>
      <p:sp>
        <p:nvSpPr>
          <p:cNvPr id="4" name="Footer Placeholder 3">
            <a:extLst>
              <a:ext uri="{FF2B5EF4-FFF2-40B4-BE49-F238E27FC236}">
                <a16:creationId xmlns:a16="http://schemas.microsoft.com/office/drawing/2014/main" id="{95C81E63-4937-D0AD-6C3B-83F18AAB72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144830-DF0F-1FAA-4186-477079D1B582}"/>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1803135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417AB-56B8-0FEB-688D-0119B861904E}"/>
              </a:ext>
            </a:extLst>
          </p:cNvPr>
          <p:cNvSpPr>
            <a:spLocks noGrp="1"/>
          </p:cNvSpPr>
          <p:nvPr>
            <p:ph type="dt" sz="half" idx="10"/>
          </p:nvPr>
        </p:nvSpPr>
        <p:spPr/>
        <p:txBody>
          <a:bodyPr/>
          <a:lstStyle/>
          <a:p>
            <a:fld id="{48EC4934-577A-4ADF-8FA7-B1234B202562}" type="datetime1">
              <a:rPr lang="en-US" smtClean="0"/>
              <a:t>7/28/2026</a:t>
            </a:fld>
            <a:endParaRPr lang="en-US"/>
          </a:p>
        </p:txBody>
      </p:sp>
      <p:sp>
        <p:nvSpPr>
          <p:cNvPr id="3" name="Footer Placeholder 2">
            <a:extLst>
              <a:ext uri="{FF2B5EF4-FFF2-40B4-BE49-F238E27FC236}">
                <a16:creationId xmlns:a16="http://schemas.microsoft.com/office/drawing/2014/main" id="{720751AC-5E29-2457-48BD-B707B1498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649797-A2B0-3FFD-0BC5-DABB6531F052}"/>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2311934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8DDA-229A-AAD0-F874-3EE20B8E13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814F3C-B5BF-E055-8F13-AB7E274226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485AF2-83FC-5044-68E2-4C277AE41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8D670-3218-2340-0190-799CC64CDCD9}"/>
              </a:ext>
            </a:extLst>
          </p:cNvPr>
          <p:cNvSpPr>
            <a:spLocks noGrp="1"/>
          </p:cNvSpPr>
          <p:nvPr>
            <p:ph type="dt" sz="half" idx="10"/>
          </p:nvPr>
        </p:nvSpPr>
        <p:spPr/>
        <p:txBody>
          <a:bodyPr/>
          <a:lstStyle/>
          <a:p>
            <a:fld id="{C37DDCC6-D899-4CDA-B0EE-5D1A0C7B629E}" type="datetime1">
              <a:rPr lang="en-US" smtClean="0"/>
              <a:t>7/28/2026</a:t>
            </a:fld>
            <a:endParaRPr lang="en-US"/>
          </a:p>
        </p:txBody>
      </p:sp>
      <p:sp>
        <p:nvSpPr>
          <p:cNvPr id="6" name="Footer Placeholder 5">
            <a:extLst>
              <a:ext uri="{FF2B5EF4-FFF2-40B4-BE49-F238E27FC236}">
                <a16:creationId xmlns:a16="http://schemas.microsoft.com/office/drawing/2014/main" id="{9C877D98-2D36-2B11-AE28-6258AB006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25E161-F257-D7CF-A4BC-7F0ED77FA093}"/>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390749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5FE75-5909-BB0A-034E-31E67219C8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995BF2-5BC7-6CFE-FABF-6B2E5CD1DD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2D9CDD-FD4E-5321-DB92-5CAF027ADF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1AA8D6-E4BB-A203-6531-F6CAAE8F5FFC}"/>
              </a:ext>
            </a:extLst>
          </p:cNvPr>
          <p:cNvSpPr>
            <a:spLocks noGrp="1"/>
          </p:cNvSpPr>
          <p:nvPr>
            <p:ph type="dt" sz="half" idx="10"/>
          </p:nvPr>
        </p:nvSpPr>
        <p:spPr/>
        <p:txBody>
          <a:bodyPr/>
          <a:lstStyle/>
          <a:p>
            <a:fld id="{B7451479-F30E-4A9B-8FA8-07B82682E094}" type="datetime1">
              <a:rPr lang="en-US" smtClean="0"/>
              <a:t>7/28/2026</a:t>
            </a:fld>
            <a:endParaRPr lang="en-US"/>
          </a:p>
        </p:txBody>
      </p:sp>
      <p:sp>
        <p:nvSpPr>
          <p:cNvPr id="6" name="Footer Placeholder 5">
            <a:extLst>
              <a:ext uri="{FF2B5EF4-FFF2-40B4-BE49-F238E27FC236}">
                <a16:creationId xmlns:a16="http://schemas.microsoft.com/office/drawing/2014/main" id="{A5C785D6-BB7B-C91F-0E98-490ED9392F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CA0F9A-9AA5-F7E6-EA95-46CA59850BB2}"/>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3631857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4841-4047-D05D-42B5-2CAA449E12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AF67F1-404A-10A8-6340-E3ECCD39BC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6155E3-70B5-42F3-8CD4-E49EE5401328}"/>
              </a:ext>
            </a:extLst>
          </p:cNvPr>
          <p:cNvSpPr>
            <a:spLocks noGrp="1"/>
          </p:cNvSpPr>
          <p:nvPr>
            <p:ph type="dt" sz="half" idx="10"/>
          </p:nvPr>
        </p:nvSpPr>
        <p:spPr/>
        <p:txBody>
          <a:bodyPr/>
          <a:lstStyle/>
          <a:p>
            <a:fld id="{BF4A284D-A3DA-4C4B-822F-0BED5742704A}" type="datetime1">
              <a:rPr lang="en-US" smtClean="0"/>
              <a:t>7/28/2026</a:t>
            </a:fld>
            <a:endParaRPr lang="en-US"/>
          </a:p>
        </p:txBody>
      </p:sp>
      <p:sp>
        <p:nvSpPr>
          <p:cNvPr id="5" name="Footer Placeholder 4">
            <a:extLst>
              <a:ext uri="{FF2B5EF4-FFF2-40B4-BE49-F238E27FC236}">
                <a16:creationId xmlns:a16="http://schemas.microsoft.com/office/drawing/2014/main" id="{8B107A4A-727E-7CA2-0E5C-ACDE4ADB2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C994C-5C2E-BDF9-B6FF-0D7183F13281}"/>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2637631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4DCF44-654B-158D-FE81-B3219CB242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CF5963-D49F-061E-83E9-6C0F42A861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B42813-1391-4CDE-CE45-1025FCC1A7F2}"/>
              </a:ext>
            </a:extLst>
          </p:cNvPr>
          <p:cNvSpPr>
            <a:spLocks noGrp="1"/>
          </p:cNvSpPr>
          <p:nvPr>
            <p:ph type="dt" sz="half" idx="10"/>
          </p:nvPr>
        </p:nvSpPr>
        <p:spPr/>
        <p:txBody>
          <a:bodyPr/>
          <a:lstStyle/>
          <a:p>
            <a:fld id="{6D71F57E-7E76-4A20-9CF9-0CF50FF1A6DC}" type="datetime1">
              <a:rPr lang="en-US" smtClean="0"/>
              <a:t>7/28/2026</a:t>
            </a:fld>
            <a:endParaRPr lang="en-US"/>
          </a:p>
        </p:txBody>
      </p:sp>
      <p:sp>
        <p:nvSpPr>
          <p:cNvPr id="5" name="Footer Placeholder 4">
            <a:extLst>
              <a:ext uri="{FF2B5EF4-FFF2-40B4-BE49-F238E27FC236}">
                <a16:creationId xmlns:a16="http://schemas.microsoft.com/office/drawing/2014/main" id="{C0FBDE4C-97CE-71FD-10D8-2E572A30F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5FA65-35AA-F088-A639-AE8FB5414700}"/>
              </a:ext>
            </a:extLst>
          </p:cNvPr>
          <p:cNvSpPr>
            <a:spLocks noGrp="1"/>
          </p:cNvSpPr>
          <p:nvPr>
            <p:ph type="sldNum" sz="quarter" idx="12"/>
          </p:nvPr>
        </p:nvSpPr>
        <p:spPr/>
        <p:txBody>
          <a:bodyPr/>
          <a:lstStyle/>
          <a:p>
            <a:fld id="{4A4F8EDE-F60B-401C-9000-D80EB40E4DA9}" type="slidenum">
              <a:rPr lang="en-US" smtClean="0"/>
              <a:t>‹#›</a:t>
            </a:fld>
            <a:endParaRPr lang="en-US"/>
          </a:p>
        </p:txBody>
      </p:sp>
    </p:spTree>
    <p:extLst>
      <p:ext uri="{BB962C8B-B14F-4D97-AF65-F5344CB8AC3E}">
        <p14:creationId xmlns:p14="http://schemas.microsoft.com/office/powerpoint/2010/main" val="511045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654D3-F03F-4093-89B6-80F79FECF1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FDD6B-D763-42E4-72AE-D361E41F7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5D185-64A8-A3E0-D0DF-FD891BD7E2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8EA015-7618-4B98-B5B8-6154387140AD}" type="datetime1">
              <a:rPr lang="en-US" smtClean="0"/>
              <a:t>7/28/2026</a:t>
            </a:fld>
            <a:endParaRPr lang="en-US"/>
          </a:p>
        </p:txBody>
      </p:sp>
      <p:sp>
        <p:nvSpPr>
          <p:cNvPr id="5" name="Footer Placeholder 4">
            <a:extLst>
              <a:ext uri="{FF2B5EF4-FFF2-40B4-BE49-F238E27FC236}">
                <a16:creationId xmlns:a16="http://schemas.microsoft.com/office/drawing/2014/main" id="{38EF7B3A-2796-A521-818B-403533CE15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DB6D83-A799-9191-B8D2-D5FCDB167E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4F8EDE-F60B-401C-9000-D80EB40E4DA9}" type="slidenum">
              <a:rPr lang="en-US" smtClean="0"/>
              <a:t>‹#›</a:t>
            </a:fld>
            <a:endParaRPr lang="en-US"/>
          </a:p>
        </p:txBody>
      </p:sp>
    </p:spTree>
    <p:extLst>
      <p:ext uri="{BB962C8B-B14F-4D97-AF65-F5344CB8AC3E}">
        <p14:creationId xmlns:p14="http://schemas.microsoft.com/office/powerpoint/2010/main" val="295903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4.png"/><Relationship Id="rId4" Type="http://schemas.openxmlformats.org/officeDocument/2006/relationships/image" Target="../media/image14.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7.png"/><Relationship Id="rId4" Type="http://schemas.openxmlformats.org/officeDocument/2006/relationships/image" Target="../media/image14.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30.png"/><Relationship Id="rId4" Type="http://schemas.openxmlformats.org/officeDocument/2006/relationships/image" Target="../media/image14.png"/><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32.png"/><Relationship Id="rId4" Type="http://schemas.openxmlformats.org/officeDocument/2006/relationships/image" Target="../media/image14.png"/><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5.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230.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220.png"/><Relationship Id="rId5" Type="http://schemas.openxmlformats.org/officeDocument/2006/relationships/image" Target="../media/image210.png"/></Relationships>
</file>

<file path=ppt/slides/_rels/slide34.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190.png"/><Relationship Id="rId7" Type="http://schemas.openxmlformats.org/officeDocument/2006/relationships/image" Target="../media/image260.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250.png"/><Relationship Id="rId5" Type="http://schemas.openxmlformats.org/officeDocument/2006/relationships/image" Target="../media/image240.png"/><Relationship Id="rId10" Type="http://schemas.openxmlformats.org/officeDocument/2006/relationships/image" Target="../media/image290.png"/><Relationship Id="rId9" Type="http://schemas.openxmlformats.org/officeDocument/2006/relationships/image" Target="../media/image280.png"/></Relationships>
</file>

<file path=ppt/slides/_rels/slide3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310.png"/><Relationship Id="rId4" Type="http://schemas.openxmlformats.org/officeDocument/2006/relationships/image" Target="../media/image300.png"/></Relationships>
</file>

<file path=ppt/slides/_rels/slide36.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190.png"/><Relationship Id="rId7" Type="http://schemas.openxmlformats.org/officeDocument/2006/relationships/image" Target="../media/image360.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350.png"/><Relationship Id="rId5" Type="http://schemas.openxmlformats.org/officeDocument/2006/relationships/image" Target="../media/image340.png"/><Relationship Id="rId4" Type="http://schemas.openxmlformats.org/officeDocument/2006/relationships/image" Target="../media/image330.png"/><Relationship Id="rId9" Type="http://schemas.openxmlformats.org/officeDocument/2006/relationships/image" Target="../media/image380.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400.png"/><Relationship Id="rId7" Type="http://schemas.openxmlformats.org/officeDocument/2006/relationships/image" Target="../media/image440.png"/><Relationship Id="rId2" Type="http://schemas.openxmlformats.org/officeDocument/2006/relationships/image" Target="../media/image390.png"/><Relationship Id="rId1" Type="http://schemas.openxmlformats.org/officeDocument/2006/relationships/slideLayout" Target="../slideLayouts/slideLayout7.xml"/><Relationship Id="rId6" Type="http://schemas.openxmlformats.org/officeDocument/2006/relationships/image" Target="../media/image430.png"/><Relationship Id="rId5" Type="http://schemas.openxmlformats.org/officeDocument/2006/relationships/image" Target="../media/image420.png"/><Relationship Id="rId10" Type="http://schemas.openxmlformats.org/officeDocument/2006/relationships/image" Target="../media/image460.png"/><Relationship Id="rId4" Type="http://schemas.openxmlformats.org/officeDocument/2006/relationships/image" Target="../media/image410.png"/><Relationship Id="rId9" Type="http://schemas.openxmlformats.org/officeDocument/2006/relationships/image" Target="../media/image450.png"/></Relationships>
</file>

<file path=ppt/slides/_rels/slide39.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7.xml"/><Relationship Id="rId5" Type="http://schemas.openxmlformats.org/officeDocument/2006/relationships/image" Target="../media/image500.png"/><Relationship Id="rId4" Type="http://schemas.openxmlformats.org/officeDocument/2006/relationships/image" Target="../media/image4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8F49FF-71E0-DD2B-7861-B7BBFE4DD866}"/>
              </a:ext>
            </a:extLst>
          </p:cNvPr>
          <p:cNvSpPr txBox="1"/>
          <p:nvPr/>
        </p:nvSpPr>
        <p:spPr>
          <a:xfrm>
            <a:off x="866898" y="136525"/>
            <a:ext cx="10497783"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Calculation of the bed shear stress</a:t>
            </a:r>
          </a:p>
        </p:txBody>
      </p:sp>
      <p:sp>
        <p:nvSpPr>
          <p:cNvPr id="5" name="Slide Number Placeholder 4">
            <a:extLst>
              <a:ext uri="{FF2B5EF4-FFF2-40B4-BE49-F238E27FC236}">
                <a16:creationId xmlns:a16="http://schemas.microsoft.com/office/drawing/2014/main" id="{981B73ED-7820-6FF4-8BEC-77783D4F7E13}"/>
              </a:ext>
            </a:extLst>
          </p:cNvPr>
          <p:cNvSpPr>
            <a:spLocks noGrp="1"/>
          </p:cNvSpPr>
          <p:nvPr>
            <p:ph type="sldNum" sz="quarter" idx="12"/>
          </p:nvPr>
        </p:nvSpPr>
        <p:spPr/>
        <p:txBody>
          <a:bodyPr/>
          <a:lstStyle/>
          <a:p>
            <a:fld id="{4A4F8EDE-F60B-401C-9000-D80EB40E4DA9}" type="slidenum">
              <a:rPr lang="en-US" smtClean="0"/>
              <a:t>1</a:t>
            </a:fld>
            <a:endParaRPr lang="en-US"/>
          </a:p>
        </p:txBody>
      </p:sp>
    </p:spTree>
    <p:extLst>
      <p:ext uri="{BB962C8B-B14F-4D97-AF65-F5344CB8AC3E}">
        <p14:creationId xmlns:p14="http://schemas.microsoft.com/office/powerpoint/2010/main" val="3236362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7242ED-09C9-1786-6338-F5C4DC675E60}"/>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Why is this important?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8B557DD-9FB3-71E1-17A3-24098F93103A}"/>
                  </a:ext>
                </a:extLst>
              </p:cNvPr>
              <p:cNvSpPr txBox="1"/>
              <p:nvPr/>
            </p:nvSpPr>
            <p:spPr>
              <a:xfrm>
                <a:off x="700216" y="1178011"/>
                <a:ext cx="11269362" cy="122398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Relations to predict bedload transport rates and the entrainment rate of particles either in suspension or in bedload transport are typically expressed as functions of one or two hydraulic parameters.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These parameters have traditionally been chosen to be representative of the bed shear stress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𝜏</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𝑏</m:t>
                        </m:r>
                      </m:sub>
                    </m:sSub>
                  </m:oMath>
                </a14:m>
                <a:r>
                  <a:rPr lang="en-US" dirty="0">
                    <a:latin typeface="Arial" panose="020B0604020202020204" pitchFamily="34" charset="0"/>
                    <a:cs typeface="Arial" panose="020B0604020202020204" pitchFamily="34" charset="0"/>
                  </a:rPr>
                  <a:t>. </a:t>
                </a:r>
              </a:p>
            </p:txBody>
          </p:sp>
        </mc:Choice>
        <mc:Fallback xmlns="">
          <p:sp>
            <p:nvSpPr>
              <p:cNvPr id="4" name="TextBox 3">
                <a:extLst>
                  <a:ext uri="{FF2B5EF4-FFF2-40B4-BE49-F238E27FC236}">
                    <a16:creationId xmlns:a16="http://schemas.microsoft.com/office/drawing/2014/main" id="{48B557DD-9FB3-71E1-17A3-24098F93103A}"/>
                  </a:ext>
                </a:extLst>
              </p:cNvPr>
              <p:cNvSpPr txBox="1">
                <a:spLocks noRot="1" noChangeAspect="1" noMove="1" noResize="1" noEditPoints="1" noAdjustHandles="1" noChangeArrowheads="1" noChangeShapeType="1" noTextEdit="1"/>
              </p:cNvSpPr>
              <p:nvPr/>
            </p:nvSpPr>
            <p:spPr>
              <a:xfrm>
                <a:off x="700216" y="1178011"/>
                <a:ext cx="11269362" cy="1223989"/>
              </a:xfrm>
              <a:prstGeom prst="rect">
                <a:avLst/>
              </a:prstGeom>
              <a:blipFill>
                <a:blip r:embed="rId2"/>
                <a:stretch>
                  <a:fillRect l="-487" t="-2488" b="-6965"/>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A9C54688-FAA1-2374-5727-73F59B5573C5}"/>
              </a:ext>
            </a:extLst>
          </p:cNvPr>
          <p:cNvSpPr>
            <a:spLocks noGrp="1"/>
          </p:cNvSpPr>
          <p:nvPr>
            <p:ph type="sldNum" sz="quarter" idx="12"/>
          </p:nvPr>
        </p:nvSpPr>
        <p:spPr/>
        <p:txBody>
          <a:bodyPr/>
          <a:lstStyle/>
          <a:p>
            <a:fld id="{4A4F8EDE-F60B-401C-9000-D80EB40E4DA9}" type="slidenum">
              <a:rPr lang="en-US" smtClean="0"/>
              <a:t>2</a:t>
            </a:fld>
            <a:endParaRPr lang="en-US"/>
          </a:p>
        </p:txBody>
      </p:sp>
    </p:spTree>
    <p:extLst>
      <p:ext uri="{BB962C8B-B14F-4D97-AF65-F5344CB8AC3E}">
        <p14:creationId xmlns:p14="http://schemas.microsoft.com/office/powerpoint/2010/main" val="2504003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C518F-50EC-878F-1956-AEFFF71AEDB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4862F7-AE9A-FD86-2099-9001C21E0226}"/>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Why is this important?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2002BD-052F-9512-0366-5E5941EB4D38}"/>
                  </a:ext>
                </a:extLst>
              </p:cNvPr>
              <p:cNvSpPr txBox="1"/>
              <p:nvPr/>
            </p:nvSpPr>
            <p:spPr>
              <a:xfrm>
                <a:off x="700216" y="1178011"/>
                <a:ext cx="11269362" cy="122398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Relations to predict bedload transport rates and the entrainment rate of particles either in suspension or in bedload transport are typically expressed as functions of one or two hydraulic parameters.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These parameters have traditionally been chosen to be representative of the bed shear stress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𝜏</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𝑏</m:t>
                        </m:r>
                      </m:sub>
                    </m:sSub>
                  </m:oMath>
                </a14:m>
                <a:r>
                  <a:rPr lang="en-US" dirty="0">
                    <a:latin typeface="Arial" panose="020B0604020202020204" pitchFamily="34" charset="0"/>
                    <a:cs typeface="Arial" panose="020B0604020202020204" pitchFamily="34" charset="0"/>
                  </a:rPr>
                  <a:t>. </a:t>
                </a:r>
              </a:p>
            </p:txBody>
          </p:sp>
        </mc:Choice>
        <mc:Fallback xmlns="">
          <p:sp>
            <p:nvSpPr>
              <p:cNvPr id="4" name="TextBox 3">
                <a:extLst>
                  <a:ext uri="{FF2B5EF4-FFF2-40B4-BE49-F238E27FC236}">
                    <a16:creationId xmlns:a16="http://schemas.microsoft.com/office/drawing/2014/main" id="{652002BD-052F-9512-0366-5E5941EB4D38}"/>
                  </a:ext>
                </a:extLst>
              </p:cNvPr>
              <p:cNvSpPr txBox="1">
                <a:spLocks noRot="1" noChangeAspect="1" noMove="1" noResize="1" noEditPoints="1" noAdjustHandles="1" noChangeArrowheads="1" noChangeShapeType="1" noTextEdit="1"/>
              </p:cNvSpPr>
              <p:nvPr/>
            </p:nvSpPr>
            <p:spPr>
              <a:xfrm>
                <a:off x="700216" y="1178011"/>
                <a:ext cx="11269362" cy="1223989"/>
              </a:xfrm>
              <a:prstGeom prst="rect">
                <a:avLst/>
              </a:prstGeom>
              <a:blipFill>
                <a:blip r:embed="rId2"/>
                <a:stretch>
                  <a:fillRect l="-487" t="-2488" b="-69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2369AF8-E56D-F56D-29D1-0C046E47125C}"/>
                  </a:ext>
                </a:extLst>
              </p:cNvPr>
              <p:cNvSpPr txBox="1"/>
              <p:nvPr/>
            </p:nvSpPr>
            <p:spPr>
              <a:xfrm>
                <a:off x="700216" y="2817667"/>
                <a:ext cx="11269362"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For now, we focus on bedload transport relations.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general, the bedload transport rate is either computed as a function of the bed shear stress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r>
                      <a:rPr lang="en-US" i="1">
                        <a:latin typeface="Cambria Math" panose="02040503050406030204" pitchFamily="18" charset="0"/>
                        <a:ea typeface="Cambria Math" panose="02040503050406030204" pitchFamily="18" charset="0"/>
                        <a:cs typeface="Arial" panose="020B0604020202020204" pitchFamily="34" charset="0"/>
                      </a:rPr>
                      <m:t> </m:t>
                    </m:r>
                  </m:oMath>
                </a14:m>
                <a:r>
                  <a:rPr lang="en-US" dirty="0">
                    <a:latin typeface="Arial" panose="020B0604020202020204" pitchFamily="34" charset="0"/>
                    <a:cs typeface="Arial" panose="020B0604020202020204" pitchFamily="34" charset="0"/>
                  </a:rPr>
                  <a:t>or of the excess shear stress with respect to a reference value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oMath>
                </a14:m>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oMath>
                  </m:oMathPara>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most bedload transport models, the reference value (traditionally referred to as critical) is a fitting parameter. In few models it corresponds to the threshold value for the initiation of particle motion (i.e. it has a physical meaning). </a:t>
                </a:r>
              </a:p>
            </p:txBody>
          </p:sp>
        </mc:Choice>
        <mc:Fallback xmlns="">
          <p:sp>
            <p:nvSpPr>
              <p:cNvPr id="5" name="TextBox 4">
                <a:extLst>
                  <a:ext uri="{FF2B5EF4-FFF2-40B4-BE49-F238E27FC236}">
                    <a16:creationId xmlns:a16="http://schemas.microsoft.com/office/drawing/2014/main" id="{D2369AF8-E56D-F56D-29D1-0C046E47125C}"/>
                  </a:ext>
                </a:extLst>
              </p:cNvPr>
              <p:cNvSpPr txBox="1">
                <a:spLocks noRot="1" noChangeAspect="1" noMove="1" noResize="1" noEditPoints="1" noAdjustHandles="1" noChangeArrowheads="1" noChangeShapeType="1" noTextEdit="1"/>
              </p:cNvSpPr>
              <p:nvPr/>
            </p:nvSpPr>
            <p:spPr>
              <a:xfrm>
                <a:off x="700216" y="2817667"/>
                <a:ext cx="11269362" cy="2862322"/>
              </a:xfrm>
              <a:prstGeom prst="rect">
                <a:avLst/>
              </a:prstGeom>
              <a:blipFill>
                <a:blip r:embed="rId3"/>
                <a:stretch>
                  <a:fillRect l="-487" t="-1064" b="-2340"/>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C4D3D355-6E1F-55DD-1DFC-46AE77A55A4D}"/>
              </a:ext>
            </a:extLst>
          </p:cNvPr>
          <p:cNvSpPr>
            <a:spLocks noGrp="1"/>
          </p:cNvSpPr>
          <p:nvPr>
            <p:ph type="sldNum" sz="quarter" idx="12"/>
          </p:nvPr>
        </p:nvSpPr>
        <p:spPr/>
        <p:txBody>
          <a:bodyPr/>
          <a:lstStyle/>
          <a:p>
            <a:fld id="{4A4F8EDE-F60B-401C-9000-D80EB40E4DA9}" type="slidenum">
              <a:rPr lang="en-US" smtClean="0"/>
              <a:t>3</a:t>
            </a:fld>
            <a:endParaRPr lang="en-US"/>
          </a:p>
        </p:txBody>
      </p:sp>
    </p:spTree>
    <p:extLst>
      <p:ext uri="{BB962C8B-B14F-4D97-AF65-F5344CB8AC3E}">
        <p14:creationId xmlns:p14="http://schemas.microsoft.com/office/powerpoint/2010/main" val="193096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D587-04B3-CA5B-2911-89033DEF58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77A440-0ACA-14DE-68E5-0CBF51629D1E}"/>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Why is this important?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2DB2B74-AEFC-7970-A06E-C9EE35BE565F}"/>
                  </a:ext>
                </a:extLst>
              </p:cNvPr>
              <p:cNvSpPr txBox="1"/>
              <p:nvPr/>
            </p:nvSpPr>
            <p:spPr>
              <a:xfrm>
                <a:off x="972065" y="112034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If we want to estimate the bedload transport rate, we need to estimate the bed shear stress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62DB2B74-AEFC-7970-A06E-C9EE35BE565F}"/>
                  </a:ext>
                </a:extLst>
              </p:cNvPr>
              <p:cNvSpPr txBox="1">
                <a:spLocks noRot="1" noChangeAspect="1" noMove="1" noResize="1" noEditPoints="1" noAdjustHandles="1" noChangeArrowheads="1" noChangeShapeType="1" noTextEdit="1"/>
              </p:cNvSpPr>
              <p:nvPr/>
            </p:nvSpPr>
            <p:spPr>
              <a:xfrm>
                <a:off x="972065" y="1120346"/>
                <a:ext cx="10346724" cy="369332"/>
              </a:xfrm>
              <a:prstGeom prst="rect">
                <a:avLst/>
              </a:prstGeom>
              <a:blipFill>
                <a:blip r:embed="rId2"/>
                <a:stretch>
                  <a:fillRect l="-471" t="-10000" b="-26667"/>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35364122-2F21-06A1-04F3-939A80F9A050}"/>
              </a:ext>
            </a:extLst>
          </p:cNvPr>
          <p:cNvSpPr>
            <a:spLocks noGrp="1"/>
          </p:cNvSpPr>
          <p:nvPr>
            <p:ph type="sldNum" sz="quarter" idx="12"/>
          </p:nvPr>
        </p:nvSpPr>
        <p:spPr/>
        <p:txBody>
          <a:bodyPr/>
          <a:lstStyle/>
          <a:p>
            <a:fld id="{4A4F8EDE-F60B-401C-9000-D80EB40E4DA9}" type="slidenum">
              <a:rPr lang="en-US" smtClean="0"/>
              <a:t>4</a:t>
            </a:fld>
            <a:endParaRPr lang="en-US"/>
          </a:p>
        </p:txBody>
      </p:sp>
    </p:spTree>
    <p:extLst>
      <p:ext uri="{BB962C8B-B14F-4D97-AF65-F5344CB8AC3E}">
        <p14:creationId xmlns:p14="http://schemas.microsoft.com/office/powerpoint/2010/main" val="1929940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B15F1-1CAD-B419-93EA-D7E1D5607B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7D1571-23F8-62BD-235A-9F19FB87127C}"/>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Why is this important?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FBB4471-C310-C693-151E-96FCCB6C6F47}"/>
                  </a:ext>
                </a:extLst>
              </p:cNvPr>
              <p:cNvSpPr txBox="1"/>
              <p:nvPr/>
            </p:nvSpPr>
            <p:spPr>
              <a:xfrm>
                <a:off x="972065" y="112034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If we want to estimate the bedload transport rate, we need to estimate the bed shear stress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ea typeface="Cambria Math" panose="02040503050406030204" pitchFamily="18" charset="0"/>
                            <a:cs typeface="Arial" panose="020B0604020202020204" pitchFamily="34" charset="0"/>
                          </a:rPr>
                          <m:t>𝑏</m:t>
                        </m:r>
                      </m:sub>
                    </m:sSub>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CFBB4471-C310-C693-151E-96FCCB6C6F47}"/>
                  </a:ext>
                </a:extLst>
              </p:cNvPr>
              <p:cNvSpPr txBox="1">
                <a:spLocks noRot="1" noChangeAspect="1" noMove="1" noResize="1" noEditPoints="1" noAdjustHandles="1" noChangeArrowheads="1" noChangeShapeType="1" noTextEdit="1"/>
              </p:cNvSpPr>
              <p:nvPr/>
            </p:nvSpPr>
            <p:spPr>
              <a:xfrm>
                <a:off x="972065" y="1120346"/>
                <a:ext cx="10346724" cy="369332"/>
              </a:xfrm>
              <a:prstGeom prst="rect">
                <a:avLst/>
              </a:prstGeom>
              <a:blipFill>
                <a:blip r:embed="rId2"/>
                <a:stretch>
                  <a:fillRect l="-471" t="-10000" b="-2666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38FCF5FF-75C0-E717-E5D6-52C17FAA24C5}"/>
              </a:ext>
            </a:extLst>
          </p:cNvPr>
          <p:cNvSpPr txBox="1"/>
          <p:nvPr/>
        </p:nvSpPr>
        <p:spPr>
          <a:xfrm>
            <a:off x="1446810" y="2018870"/>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Reminder (L_02.pptx)</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A4EA996-B426-C85F-593B-B00FD05BFB66}"/>
                  </a:ext>
                </a:extLst>
              </p:cNvPr>
              <p:cNvSpPr txBox="1"/>
              <p:nvPr/>
            </p:nvSpPr>
            <p:spPr>
              <a:xfrm>
                <a:off x="1058562" y="3059668"/>
                <a:ext cx="10346724" cy="79053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general, </a:t>
                </a:r>
                <a14:m>
                  <m:oMath xmlns:m="http://schemas.openxmlformats.org/officeDocument/2006/math">
                    <m:sSub>
                      <m:sSubPr>
                        <m:ctrlPr>
                          <a:rPr lang="en-US" sz="24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1" i="1" smtClean="0">
                            <a:latin typeface="Cambria Math" panose="02040503050406030204" pitchFamily="18" charset="0"/>
                            <a:ea typeface="Cambria Math" panose="02040503050406030204" pitchFamily="18" charset="0"/>
                            <a:cs typeface="Arial" panose="020B0604020202020204" pitchFamily="34" charset="0"/>
                          </a:rPr>
                          <m:t>𝝉</m:t>
                        </m:r>
                      </m:e>
                      <m:sub>
                        <m:r>
                          <a:rPr lang="en-US" sz="2400" b="1" i="1" smtClean="0">
                            <a:latin typeface="Cambria Math" panose="02040503050406030204" pitchFamily="18" charset="0"/>
                            <a:ea typeface="Cambria Math" panose="02040503050406030204" pitchFamily="18" charset="0"/>
                            <a:cs typeface="Arial" panose="020B0604020202020204" pitchFamily="34" charset="0"/>
                          </a:rPr>
                          <m:t>𝒃</m:t>
                        </m:r>
                      </m:sub>
                    </m:sSub>
                    <m:r>
                      <a:rPr lang="en-US" sz="2400" b="1" i="1" smtClean="0">
                        <a:latin typeface="Cambria Math" panose="02040503050406030204" pitchFamily="18" charset="0"/>
                        <a:ea typeface="Cambria Math" panose="02040503050406030204" pitchFamily="18" charset="0"/>
                        <a:cs typeface="Arial" panose="020B0604020202020204" pitchFamily="34" charset="0"/>
                      </a:rPr>
                      <m:t>=</m:t>
                    </m:r>
                    <m:r>
                      <a:rPr lang="en-US" sz="2400" b="1" i="1" smtClean="0">
                        <a:latin typeface="Cambria Math" panose="02040503050406030204" pitchFamily="18" charset="0"/>
                        <a:ea typeface="Cambria Math" panose="02040503050406030204" pitchFamily="18" charset="0"/>
                        <a:cs typeface="Arial" panose="020B0604020202020204" pitchFamily="34" charset="0"/>
                      </a:rPr>
                      <m:t>𝝆</m:t>
                    </m:r>
                    <m:sSub>
                      <m:sSubPr>
                        <m:ctrlPr>
                          <a:rPr lang="en-US" sz="24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1" i="1" smtClean="0">
                            <a:latin typeface="Cambria Math" panose="02040503050406030204" pitchFamily="18" charset="0"/>
                            <a:ea typeface="Cambria Math" panose="02040503050406030204" pitchFamily="18" charset="0"/>
                            <a:cs typeface="Arial" panose="020B0604020202020204" pitchFamily="34" charset="0"/>
                          </a:rPr>
                          <m:t>𝑪</m:t>
                        </m:r>
                      </m:e>
                      <m:sub>
                        <m:r>
                          <a:rPr lang="en-US" sz="2400" b="1" i="1" smtClean="0">
                            <a:latin typeface="Cambria Math" panose="02040503050406030204" pitchFamily="18" charset="0"/>
                            <a:ea typeface="Cambria Math" panose="02040503050406030204" pitchFamily="18" charset="0"/>
                            <a:cs typeface="Arial" panose="020B0604020202020204" pitchFamily="34" charset="0"/>
                          </a:rPr>
                          <m:t>𝒇</m:t>
                        </m:r>
                      </m:sub>
                    </m:sSub>
                    <m:sSup>
                      <m:sSupPr>
                        <m:ctrlPr>
                          <a:rPr lang="en-US" sz="2400" b="1" i="1" smtClean="0">
                            <a:latin typeface="Cambria Math" panose="02040503050406030204" pitchFamily="18" charset="0"/>
                            <a:ea typeface="Cambria Math" panose="02040503050406030204" pitchFamily="18" charset="0"/>
                            <a:cs typeface="Arial" panose="020B0604020202020204" pitchFamily="34" charset="0"/>
                          </a:rPr>
                        </m:ctrlPr>
                      </m:sSupPr>
                      <m:e>
                        <m:r>
                          <a:rPr lang="en-US" sz="2400" b="1" i="1" smtClean="0">
                            <a:latin typeface="Cambria Math" panose="02040503050406030204" pitchFamily="18" charset="0"/>
                            <a:ea typeface="Cambria Math" panose="02040503050406030204" pitchFamily="18" charset="0"/>
                            <a:cs typeface="Arial" panose="020B0604020202020204" pitchFamily="34" charset="0"/>
                          </a:rPr>
                          <m:t>𝑼</m:t>
                        </m:r>
                      </m:e>
                      <m:sup>
                        <m:r>
                          <a:rPr lang="en-US" sz="2400" b="1" i="1" smtClean="0">
                            <a:latin typeface="Cambria Math" panose="02040503050406030204" pitchFamily="18" charset="0"/>
                            <a:ea typeface="Cambria Math" panose="02040503050406030204" pitchFamily="18" charset="0"/>
                            <a:cs typeface="Arial" panose="020B0604020202020204" pitchFamily="34" charset="0"/>
                          </a:rPr>
                          <m:t>𝟐</m:t>
                        </m:r>
                      </m:sup>
                    </m:sSup>
                  </m:oMath>
                </a14:m>
                <a:r>
                  <a:rPr lang="en-US" sz="2400"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with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𝐶</m:t>
                        </m:r>
                      </m:e>
                      <m:sub>
                        <m:r>
                          <a:rPr lang="en-US" sz="2000" b="0" i="1" smtClean="0">
                            <a:latin typeface="Cambria Math" panose="02040503050406030204" pitchFamily="18" charset="0"/>
                            <a:cs typeface="Arial" panose="020B0604020202020204" pitchFamily="34" charset="0"/>
                          </a:rPr>
                          <m:t>𝑓</m:t>
                        </m:r>
                      </m:sub>
                    </m:sSub>
                    <m:r>
                      <a:rPr lang="en-US" sz="2000" b="0" i="0" smtClean="0">
                        <a:latin typeface="Cambria Math" panose="02040503050406030204" pitchFamily="18" charset="0"/>
                        <a:cs typeface="Arial" panose="020B0604020202020204" pitchFamily="34" charset="0"/>
                      </a:rPr>
                      <m:t> </m:t>
                    </m:r>
                  </m:oMath>
                </a14:m>
                <a:r>
                  <a:rPr lang="en-US" dirty="0">
                    <a:latin typeface="Arial" panose="020B0604020202020204" pitchFamily="34" charset="0"/>
                    <a:cs typeface="Arial" panose="020B0604020202020204" pitchFamily="34" charset="0"/>
                  </a:rPr>
                  <a:t>being a non-dimensional friction coefficient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𝑈</m:t>
                    </m:r>
                  </m:oMath>
                </a14:m>
                <a:r>
                  <a:rPr lang="en-US" dirty="0">
                    <a:latin typeface="Arial" panose="020B0604020202020204" pitchFamily="34" charset="0"/>
                    <a:cs typeface="Arial" panose="020B0604020202020204" pitchFamily="34" charset="0"/>
                  </a:rPr>
                  <a:t> denoting the mean flow velocity</a:t>
                </a:r>
              </a:p>
            </p:txBody>
          </p:sp>
        </mc:Choice>
        <mc:Fallback xmlns="">
          <p:sp>
            <p:nvSpPr>
              <p:cNvPr id="7" name="TextBox 6">
                <a:extLst>
                  <a:ext uri="{FF2B5EF4-FFF2-40B4-BE49-F238E27FC236}">
                    <a16:creationId xmlns:a16="http://schemas.microsoft.com/office/drawing/2014/main" id="{CA4EA996-B426-C85F-593B-B00FD05BFB66}"/>
                  </a:ext>
                </a:extLst>
              </p:cNvPr>
              <p:cNvSpPr txBox="1">
                <a:spLocks noRot="1" noChangeAspect="1" noMove="1" noResize="1" noEditPoints="1" noAdjustHandles="1" noChangeArrowheads="1" noChangeShapeType="1" noTextEdit="1"/>
              </p:cNvSpPr>
              <p:nvPr/>
            </p:nvSpPr>
            <p:spPr>
              <a:xfrm>
                <a:off x="1058562" y="3059668"/>
                <a:ext cx="10346724" cy="790537"/>
              </a:xfrm>
              <a:prstGeom prst="rect">
                <a:avLst/>
              </a:prstGeom>
              <a:blipFill>
                <a:blip r:embed="rId3"/>
                <a:stretch>
                  <a:fillRect l="-530"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B16FBC-FAE5-C412-0CA8-9E00948A9CBC}"/>
                  </a:ext>
                </a:extLst>
              </p:cNvPr>
              <p:cNvSpPr txBox="1"/>
              <p:nvPr/>
            </p:nvSpPr>
            <p:spPr>
              <a:xfrm>
                <a:off x="1058562" y="4112080"/>
                <a:ext cx="10346724" cy="101566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the case of steady and uniform (normal) flow, </a:t>
                </a:r>
                <a14:m>
                  <m:oMath xmlns:m="http://schemas.openxmlformats.org/officeDocument/2006/math">
                    <m:sSub>
                      <m:sSubPr>
                        <m:ctrlPr>
                          <a:rPr lang="en-US" sz="2400" b="1" i="1" smtClean="0">
                            <a:latin typeface="Cambria Math" panose="02040503050406030204" pitchFamily="18" charset="0"/>
                            <a:ea typeface="Cambria Math" panose="02040503050406030204" pitchFamily="18" charset="0"/>
                            <a:cs typeface="Arial" panose="020B0604020202020204" pitchFamily="34" charset="0"/>
                          </a:rPr>
                        </m:ctrlPr>
                      </m:sSubPr>
                      <m:e>
                        <m:r>
                          <a:rPr lang="en-US" sz="2400" b="1" i="1" smtClean="0">
                            <a:latin typeface="Cambria Math" panose="02040503050406030204" pitchFamily="18" charset="0"/>
                            <a:ea typeface="Cambria Math" panose="02040503050406030204" pitchFamily="18" charset="0"/>
                            <a:cs typeface="Arial" panose="020B0604020202020204" pitchFamily="34" charset="0"/>
                          </a:rPr>
                          <m:t>𝝉</m:t>
                        </m:r>
                      </m:e>
                      <m:sub>
                        <m:r>
                          <a:rPr lang="en-US" sz="2400" b="1" i="1" smtClean="0">
                            <a:latin typeface="Cambria Math" panose="02040503050406030204" pitchFamily="18" charset="0"/>
                            <a:ea typeface="Cambria Math" panose="02040503050406030204" pitchFamily="18" charset="0"/>
                            <a:cs typeface="Arial" panose="020B0604020202020204" pitchFamily="34" charset="0"/>
                          </a:rPr>
                          <m:t>𝒃</m:t>
                        </m:r>
                      </m:sub>
                    </m:sSub>
                    <m:r>
                      <a:rPr lang="en-US" sz="2400" b="1" i="1" smtClean="0">
                        <a:latin typeface="Cambria Math" panose="02040503050406030204" pitchFamily="18" charset="0"/>
                        <a:ea typeface="Cambria Math" panose="02040503050406030204" pitchFamily="18" charset="0"/>
                        <a:cs typeface="Arial" panose="020B0604020202020204" pitchFamily="34" charset="0"/>
                      </a:rPr>
                      <m:t>=</m:t>
                    </m:r>
                    <m:r>
                      <a:rPr lang="en-US" sz="2400" b="1" i="1" smtClean="0">
                        <a:latin typeface="Cambria Math" panose="02040503050406030204" pitchFamily="18" charset="0"/>
                        <a:ea typeface="Cambria Math" panose="02040503050406030204" pitchFamily="18" charset="0"/>
                        <a:cs typeface="Arial" panose="020B0604020202020204" pitchFamily="34" charset="0"/>
                      </a:rPr>
                      <m:t>𝝆</m:t>
                    </m:r>
                    <m:r>
                      <a:rPr lang="en-US" sz="2400" b="1" i="1" smtClean="0">
                        <a:latin typeface="Cambria Math" panose="02040503050406030204" pitchFamily="18" charset="0"/>
                        <a:ea typeface="Cambria Math" panose="02040503050406030204" pitchFamily="18" charset="0"/>
                        <a:cs typeface="Arial" panose="020B0604020202020204" pitchFamily="34" charset="0"/>
                      </a:rPr>
                      <m:t>𝒈𝑯𝑺</m:t>
                    </m:r>
                  </m:oMath>
                </a14:m>
                <a:r>
                  <a:rPr lang="en-US" sz="2400"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with </a:t>
                </a:r>
                <a14:m>
                  <m:oMath xmlns:m="http://schemas.openxmlformats.org/officeDocument/2006/math">
                    <m:r>
                      <a:rPr lang="en-US" sz="2000" b="0" i="1" smtClean="0">
                        <a:latin typeface="Cambria Math" panose="02040503050406030204" pitchFamily="18" charset="0"/>
                        <a:cs typeface="Arial" panose="020B0604020202020204" pitchFamily="34" charset="0"/>
                      </a:rPr>
                      <m:t>𝑔</m:t>
                    </m:r>
                  </m:oMath>
                </a14:m>
                <a:r>
                  <a:rPr lang="en-US" dirty="0">
                    <a:latin typeface="Arial" panose="020B0604020202020204" pitchFamily="34" charset="0"/>
                    <a:cs typeface="Arial" panose="020B0604020202020204" pitchFamily="34" charset="0"/>
                  </a:rPr>
                  <a:t> the acceleration of gravity, </a:t>
                </a:r>
                <a14:m>
                  <m:oMath xmlns:m="http://schemas.openxmlformats.org/officeDocument/2006/math">
                    <m:r>
                      <a:rPr lang="en-US" sz="2000" b="0" i="1" dirty="0" smtClean="0">
                        <a:latin typeface="Cambria Math" panose="02040503050406030204" pitchFamily="18" charset="0"/>
                        <a:cs typeface="Arial" panose="020B0604020202020204" pitchFamily="34" charset="0"/>
                      </a:rPr>
                      <m:t>𝐻</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cs typeface="Arial" panose="020B0604020202020204" pitchFamily="34" charset="0"/>
                      </a:rPr>
                      <m:t>𝑆</m:t>
                    </m:r>
                  </m:oMath>
                </a14:m>
                <a:r>
                  <a:rPr lang="en-US" dirty="0">
                    <a:latin typeface="Arial" panose="020B0604020202020204" pitchFamily="34" charset="0"/>
                    <a:cs typeface="Arial" panose="020B0604020202020204" pitchFamily="34" charset="0"/>
                  </a:rPr>
                  <a:t> respectively denoting the water depth (hydraulic radius in a wide cross section) and the bed slope</a:t>
                </a:r>
              </a:p>
            </p:txBody>
          </p:sp>
        </mc:Choice>
        <mc:Fallback xmlns="">
          <p:sp>
            <p:nvSpPr>
              <p:cNvPr id="11" name="TextBox 10">
                <a:extLst>
                  <a:ext uri="{FF2B5EF4-FFF2-40B4-BE49-F238E27FC236}">
                    <a16:creationId xmlns:a16="http://schemas.microsoft.com/office/drawing/2014/main" id="{71B16FBC-FAE5-C412-0CA8-9E00948A9CBC}"/>
                  </a:ext>
                </a:extLst>
              </p:cNvPr>
              <p:cNvSpPr txBox="1">
                <a:spLocks noRot="1" noChangeAspect="1" noMove="1" noResize="1" noEditPoints="1" noAdjustHandles="1" noChangeArrowheads="1" noChangeShapeType="1" noTextEdit="1"/>
              </p:cNvSpPr>
              <p:nvPr/>
            </p:nvSpPr>
            <p:spPr>
              <a:xfrm>
                <a:off x="1058562" y="4112080"/>
                <a:ext cx="10346724" cy="1015663"/>
              </a:xfrm>
              <a:prstGeom prst="rect">
                <a:avLst/>
              </a:prstGeom>
              <a:blipFill>
                <a:blip r:embed="rId4"/>
                <a:stretch>
                  <a:fillRect l="-530" b="-903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B0D39DCD-6EB4-7596-CEF1-05F754B43E5B}"/>
              </a:ext>
            </a:extLst>
          </p:cNvPr>
          <p:cNvSpPr>
            <a:spLocks noGrp="1"/>
          </p:cNvSpPr>
          <p:nvPr>
            <p:ph type="sldNum" sz="quarter" idx="12"/>
          </p:nvPr>
        </p:nvSpPr>
        <p:spPr/>
        <p:txBody>
          <a:bodyPr/>
          <a:lstStyle/>
          <a:p>
            <a:fld id="{4A4F8EDE-F60B-401C-9000-D80EB40E4DA9}" type="slidenum">
              <a:rPr lang="en-US" smtClean="0"/>
              <a:t>5</a:t>
            </a:fld>
            <a:endParaRPr lang="en-US"/>
          </a:p>
        </p:txBody>
      </p:sp>
    </p:spTree>
    <p:extLst>
      <p:ext uri="{BB962C8B-B14F-4D97-AF65-F5344CB8AC3E}">
        <p14:creationId xmlns:p14="http://schemas.microsoft.com/office/powerpoint/2010/main" val="109560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ADB9-D29C-E054-D13F-062F49E964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0A0B11-037F-BF36-18D9-05E90A242C07}"/>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2" name="TextBox 1">
            <a:extLst>
              <a:ext uri="{FF2B5EF4-FFF2-40B4-BE49-F238E27FC236}">
                <a16:creationId xmlns:a16="http://schemas.microsoft.com/office/drawing/2014/main" id="{7908348F-5C66-7751-223D-62CD260B9072}"/>
              </a:ext>
            </a:extLst>
          </p:cNvPr>
          <p:cNvSpPr txBox="1"/>
          <p:nvPr/>
        </p:nvSpPr>
        <p:spPr>
          <a:xfrm>
            <a:off x="948368" y="889686"/>
            <a:ext cx="1034672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equation expressing the conservation of bed material (the Exner equation) takes the form (see prof. Izumi’s handouts)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B0902F-D30B-D796-14B5-489C71905CFD}"/>
                  </a:ext>
                </a:extLst>
              </p:cNvPr>
              <p:cNvSpPr txBox="1"/>
              <p:nvPr/>
            </p:nvSpPr>
            <p:spPr>
              <a:xfrm>
                <a:off x="1043103" y="1703974"/>
                <a:ext cx="3506473"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oMath>
                  </m:oMathPara>
                </a14:m>
                <a:endParaRPr lang="en-US" sz="2000" dirty="0"/>
              </a:p>
            </p:txBody>
          </p:sp>
        </mc:Choice>
        <mc:Fallback xmlns="">
          <p:sp>
            <p:nvSpPr>
              <p:cNvPr id="12" name="TextBox 11">
                <a:extLst>
                  <a:ext uri="{FF2B5EF4-FFF2-40B4-BE49-F238E27FC236}">
                    <a16:creationId xmlns:a16="http://schemas.microsoft.com/office/drawing/2014/main" id="{2AB0902F-D30B-D796-14B5-489C71905CFD}"/>
                  </a:ext>
                </a:extLst>
              </p:cNvPr>
              <p:cNvSpPr txBox="1">
                <a:spLocks noRot="1" noChangeAspect="1" noMove="1" noResize="1" noEditPoints="1" noAdjustHandles="1" noChangeArrowheads="1" noChangeShapeType="1" noTextEdit="1"/>
              </p:cNvSpPr>
              <p:nvPr/>
            </p:nvSpPr>
            <p:spPr>
              <a:xfrm>
                <a:off x="1043103" y="1703974"/>
                <a:ext cx="3506473" cy="585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15C8C1-68AE-5E6A-34EB-7396B60B02B2}"/>
                  </a:ext>
                </a:extLst>
              </p:cNvPr>
              <p:cNvSpPr txBox="1"/>
              <p:nvPr/>
            </p:nvSpPr>
            <p:spPr>
              <a:xfrm>
                <a:off x="948368" y="2483992"/>
                <a:ext cx="10346724" cy="122174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ea typeface="Cambria Math" panose="02040503050406030204" pitchFamily="18" charset="0"/>
                          </a:rPr>
                          <m:t>𝑝</m:t>
                        </m:r>
                      </m:sub>
                    </m:sSub>
                  </m:oMath>
                </a14:m>
                <a:r>
                  <a:rPr lang="en-US" dirty="0">
                    <a:latin typeface="Arial" panose="020B0604020202020204" pitchFamily="34" charset="0"/>
                    <a:cs typeface="Arial" panose="020B0604020202020204" pitchFamily="34" charset="0"/>
                  </a:rPr>
                  <a:t> is bed porosity,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𝑏</m:t>
                        </m:r>
                      </m:sub>
                    </m:sSub>
                  </m:oMath>
                </a14:m>
                <a:r>
                  <a:rPr lang="en-US" dirty="0">
                    <a:latin typeface="Arial" panose="020B0604020202020204" pitchFamily="34" charset="0"/>
                    <a:cs typeface="Arial" panose="020B0604020202020204" pitchFamily="34" charset="0"/>
                  </a:rPr>
                  <a:t> is bed elevation averaged over the short-term bed level changes due to bedload transport and sediment waves,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𝑏𝑒𝑑</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𝑚𝑎𝑡𝑒𝑟𝑖𝑎𝑙</m:t>
                        </m:r>
                      </m:sub>
                    </m:sSub>
                  </m:oMath>
                </a14:m>
                <a:r>
                  <a:rPr lang="en-US" dirty="0">
                    <a:latin typeface="Arial" panose="020B0604020202020204" pitchFamily="34" charset="0"/>
                    <a:cs typeface="Arial" panose="020B0604020202020204" pitchFamily="34" charset="0"/>
                  </a:rPr>
                  <a:t> is the volumetric bed material load per unit channel width (no constraints on the mode of transport), </a:t>
                </a:r>
                <a14:m>
                  <m:oMath xmlns:m="http://schemas.openxmlformats.org/officeDocument/2006/math">
                    <m:r>
                      <a:rPr lang="en-US" i="1">
                        <a:latin typeface="Cambria Math" panose="02040503050406030204" pitchFamily="18" charset="0"/>
                        <a:ea typeface="Cambria Math" panose="02040503050406030204" pitchFamily="18" charset="0"/>
                      </a:rPr>
                      <m:t>𝑥</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ea typeface="Cambria Math" panose="02040503050406030204" pitchFamily="18" charset="0"/>
                      </a:rPr>
                      <m:t>𝑡</m:t>
                    </m:r>
                  </m:oMath>
                </a14:m>
                <a:r>
                  <a:rPr lang="en-US" dirty="0">
                    <a:latin typeface="Arial" panose="020B0604020202020204" pitchFamily="34" charset="0"/>
                    <a:cs typeface="Arial" panose="020B0604020202020204" pitchFamily="34" charset="0"/>
                  </a:rPr>
                  <a:t> respectively are the streamwise and temporal coordinates. </a:t>
                </a:r>
              </a:p>
            </p:txBody>
          </p:sp>
        </mc:Choice>
        <mc:Fallback xmlns="">
          <p:sp>
            <p:nvSpPr>
              <p:cNvPr id="14" name="TextBox 13">
                <a:extLst>
                  <a:ext uri="{FF2B5EF4-FFF2-40B4-BE49-F238E27FC236}">
                    <a16:creationId xmlns:a16="http://schemas.microsoft.com/office/drawing/2014/main" id="{FE15C8C1-68AE-5E6A-34EB-7396B60B02B2}"/>
                  </a:ext>
                </a:extLst>
              </p:cNvPr>
              <p:cNvSpPr txBox="1">
                <a:spLocks noRot="1" noChangeAspect="1" noMove="1" noResize="1" noEditPoints="1" noAdjustHandles="1" noChangeArrowheads="1" noChangeShapeType="1" noTextEdit="1"/>
              </p:cNvSpPr>
              <p:nvPr/>
            </p:nvSpPr>
            <p:spPr>
              <a:xfrm>
                <a:off x="948368" y="2483992"/>
                <a:ext cx="10346724" cy="1221745"/>
              </a:xfrm>
              <a:prstGeom prst="rect">
                <a:avLst/>
              </a:prstGeom>
              <a:blipFill>
                <a:blip r:embed="rId3"/>
                <a:stretch>
                  <a:fillRect l="-530" t="-2488" r="-1061" b="-6965"/>
                </a:stretch>
              </a:blipFill>
            </p:spPr>
            <p:txBody>
              <a:bodyPr/>
              <a:lstStyle/>
              <a:p>
                <a:r>
                  <a:rPr lang="en-US">
                    <a:noFill/>
                  </a:rPr>
                  <a:t> </a:t>
                </a:r>
              </a:p>
            </p:txBody>
          </p:sp>
        </mc:Fallback>
      </mc:AlternateContent>
      <p:sp>
        <p:nvSpPr>
          <p:cNvPr id="16" name="Slide Number Placeholder 15">
            <a:extLst>
              <a:ext uri="{FF2B5EF4-FFF2-40B4-BE49-F238E27FC236}">
                <a16:creationId xmlns:a16="http://schemas.microsoft.com/office/drawing/2014/main" id="{71F9506A-8449-C8F0-4B49-D656C3CC6ECF}"/>
              </a:ext>
            </a:extLst>
          </p:cNvPr>
          <p:cNvSpPr>
            <a:spLocks noGrp="1"/>
          </p:cNvSpPr>
          <p:nvPr>
            <p:ph type="sldNum" sz="quarter" idx="12"/>
          </p:nvPr>
        </p:nvSpPr>
        <p:spPr/>
        <p:txBody>
          <a:bodyPr/>
          <a:lstStyle/>
          <a:p>
            <a:fld id="{4A4F8EDE-F60B-401C-9000-D80EB40E4DA9}" type="slidenum">
              <a:rPr lang="en-US" smtClean="0"/>
              <a:t>6</a:t>
            </a:fld>
            <a:endParaRPr lang="en-US"/>
          </a:p>
        </p:txBody>
      </p:sp>
    </p:spTree>
    <p:extLst>
      <p:ext uri="{BB962C8B-B14F-4D97-AF65-F5344CB8AC3E}">
        <p14:creationId xmlns:p14="http://schemas.microsoft.com/office/powerpoint/2010/main" val="2149763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B6249-9EB4-D155-B85F-C5E73563D1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99FBC3-8D84-A42A-CF99-7A12D6248DA5}"/>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2" name="TextBox 1">
            <a:extLst>
              <a:ext uri="{FF2B5EF4-FFF2-40B4-BE49-F238E27FC236}">
                <a16:creationId xmlns:a16="http://schemas.microsoft.com/office/drawing/2014/main" id="{5AA02B13-EC6C-8036-89D8-3178A04A79F4}"/>
              </a:ext>
            </a:extLst>
          </p:cNvPr>
          <p:cNvSpPr txBox="1"/>
          <p:nvPr/>
        </p:nvSpPr>
        <p:spPr>
          <a:xfrm>
            <a:off x="948368" y="889686"/>
            <a:ext cx="1034672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equation expressing the conservation of bed material (the Exner equation) takes the form (see prof. Izumi’s handouts)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730B020-A4A8-5F64-2F0A-B32138E97B37}"/>
                  </a:ext>
                </a:extLst>
              </p:cNvPr>
              <p:cNvSpPr txBox="1"/>
              <p:nvPr/>
            </p:nvSpPr>
            <p:spPr>
              <a:xfrm>
                <a:off x="1043103" y="1703974"/>
                <a:ext cx="3506473"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oMath>
                  </m:oMathPara>
                </a14:m>
                <a:endParaRPr lang="en-US" sz="2000" dirty="0"/>
              </a:p>
            </p:txBody>
          </p:sp>
        </mc:Choice>
        <mc:Fallback xmlns="">
          <p:sp>
            <p:nvSpPr>
              <p:cNvPr id="12" name="TextBox 11">
                <a:extLst>
                  <a:ext uri="{FF2B5EF4-FFF2-40B4-BE49-F238E27FC236}">
                    <a16:creationId xmlns:a16="http://schemas.microsoft.com/office/drawing/2014/main" id="{A730B020-A4A8-5F64-2F0A-B32138E97B37}"/>
                  </a:ext>
                </a:extLst>
              </p:cNvPr>
              <p:cNvSpPr txBox="1">
                <a:spLocks noRot="1" noChangeAspect="1" noMove="1" noResize="1" noEditPoints="1" noAdjustHandles="1" noChangeArrowheads="1" noChangeShapeType="1" noTextEdit="1"/>
              </p:cNvSpPr>
              <p:nvPr/>
            </p:nvSpPr>
            <p:spPr>
              <a:xfrm>
                <a:off x="1043103" y="1703974"/>
                <a:ext cx="3506473" cy="585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6F34EE-85B4-3DED-4FA9-6D69DAF7E31A}"/>
                  </a:ext>
                </a:extLst>
              </p:cNvPr>
              <p:cNvSpPr txBox="1"/>
              <p:nvPr/>
            </p:nvSpPr>
            <p:spPr>
              <a:xfrm>
                <a:off x="948368" y="2483992"/>
                <a:ext cx="10346724" cy="122174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ea typeface="Cambria Math" panose="02040503050406030204" pitchFamily="18" charset="0"/>
                          </a:rPr>
                          <m:t>𝑝</m:t>
                        </m:r>
                      </m:sub>
                    </m:sSub>
                  </m:oMath>
                </a14:m>
                <a:r>
                  <a:rPr lang="en-US" dirty="0">
                    <a:latin typeface="Arial" panose="020B0604020202020204" pitchFamily="34" charset="0"/>
                    <a:cs typeface="Arial" panose="020B0604020202020204" pitchFamily="34" charset="0"/>
                  </a:rPr>
                  <a:t> is bed porosity,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𝑏</m:t>
                        </m:r>
                      </m:sub>
                    </m:sSub>
                  </m:oMath>
                </a14:m>
                <a:r>
                  <a:rPr lang="en-US" dirty="0">
                    <a:latin typeface="Arial" panose="020B0604020202020204" pitchFamily="34" charset="0"/>
                    <a:cs typeface="Arial" panose="020B0604020202020204" pitchFamily="34" charset="0"/>
                  </a:rPr>
                  <a:t> is bed elevation averaged over the short-term bed level changes due to bedload transport and sediment waves,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𝑞</m:t>
                        </m:r>
                      </m:e>
                      <m:sub>
                        <m:r>
                          <a:rPr lang="en-US" i="1">
                            <a:latin typeface="Cambria Math" panose="02040503050406030204" pitchFamily="18" charset="0"/>
                            <a:ea typeface="Cambria Math" panose="02040503050406030204" pitchFamily="18" charset="0"/>
                          </a:rPr>
                          <m:t>𝑏𝑒𝑑</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𝑚𝑎𝑡𝑒𝑟𝑖𝑎𝑙</m:t>
                        </m:r>
                      </m:sub>
                    </m:sSub>
                  </m:oMath>
                </a14:m>
                <a:r>
                  <a:rPr lang="en-US" dirty="0">
                    <a:latin typeface="Arial" panose="020B0604020202020204" pitchFamily="34" charset="0"/>
                    <a:cs typeface="Arial" panose="020B0604020202020204" pitchFamily="34" charset="0"/>
                  </a:rPr>
                  <a:t> is the volumetric bed material load per unit channel width (no constraints on the mode of transport), </a:t>
                </a:r>
                <a14:m>
                  <m:oMath xmlns:m="http://schemas.openxmlformats.org/officeDocument/2006/math">
                    <m:r>
                      <a:rPr lang="en-US" i="1">
                        <a:latin typeface="Cambria Math" panose="02040503050406030204" pitchFamily="18" charset="0"/>
                        <a:ea typeface="Cambria Math" panose="02040503050406030204" pitchFamily="18" charset="0"/>
                      </a:rPr>
                      <m:t>𝑥</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ea typeface="Cambria Math" panose="02040503050406030204" pitchFamily="18" charset="0"/>
                      </a:rPr>
                      <m:t>𝑡</m:t>
                    </m:r>
                  </m:oMath>
                </a14:m>
                <a:r>
                  <a:rPr lang="en-US" dirty="0">
                    <a:latin typeface="Arial" panose="020B0604020202020204" pitchFamily="34" charset="0"/>
                    <a:cs typeface="Arial" panose="020B0604020202020204" pitchFamily="34" charset="0"/>
                  </a:rPr>
                  <a:t> respectively are the streamwise and temporal coordinates. </a:t>
                </a:r>
              </a:p>
            </p:txBody>
          </p:sp>
        </mc:Choice>
        <mc:Fallback xmlns="">
          <p:sp>
            <p:nvSpPr>
              <p:cNvPr id="14" name="TextBox 13">
                <a:extLst>
                  <a:ext uri="{FF2B5EF4-FFF2-40B4-BE49-F238E27FC236}">
                    <a16:creationId xmlns:a16="http://schemas.microsoft.com/office/drawing/2014/main" id="{016F34EE-85B4-3DED-4FA9-6D69DAF7E31A}"/>
                  </a:ext>
                </a:extLst>
              </p:cNvPr>
              <p:cNvSpPr txBox="1">
                <a:spLocks noRot="1" noChangeAspect="1" noMove="1" noResize="1" noEditPoints="1" noAdjustHandles="1" noChangeArrowheads="1" noChangeShapeType="1" noTextEdit="1"/>
              </p:cNvSpPr>
              <p:nvPr/>
            </p:nvSpPr>
            <p:spPr>
              <a:xfrm>
                <a:off x="948368" y="2483992"/>
                <a:ext cx="10346724" cy="1221745"/>
              </a:xfrm>
              <a:prstGeom prst="rect">
                <a:avLst/>
              </a:prstGeom>
              <a:blipFill>
                <a:blip r:embed="rId3"/>
                <a:stretch>
                  <a:fillRect l="-530" t="-2488" r="-1061" b="-696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586D9C9-7772-05D3-0B47-60F2F65A03F9}"/>
              </a:ext>
            </a:extLst>
          </p:cNvPr>
          <p:cNvSpPr txBox="1"/>
          <p:nvPr/>
        </p:nvSpPr>
        <p:spPr>
          <a:xfrm>
            <a:off x="922638" y="3900467"/>
            <a:ext cx="10346724"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If I am conducting experiments to find a relation linking the bedload transport rate to the bed shear stress, I need time to measure the flow characteristics, the bed elevation and (depending on the type of flume) the bedload transport rate.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other words, I do my measurements when the transport regime (plane bed, with bedforms …) and the average flow conditions are not changing in time, that is when there is, on average, no bed level (slope) change. </a:t>
            </a:r>
          </a:p>
          <a:p>
            <a:r>
              <a:rPr lang="en-US" dirty="0">
                <a:latin typeface="Arial" panose="020B0604020202020204" pitchFamily="34" charset="0"/>
                <a:cs typeface="Arial" panose="020B0604020202020204" pitchFamily="34" charset="0"/>
              </a:rPr>
              <a:t>We call this condition </a:t>
            </a:r>
            <a:r>
              <a:rPr lang="en-US" b="1" dirty="0">
                <a:latin typeface="Arial" panose="020B0604020202020204" pitchFamily="34" charset="0"/>
                <a:cs typeface="Arial" panose="020B0604020202020204" pitchFamily="34" charset="0"/>
              </a:rPr>
              <a:t>mobile bed equilibrium </a:t>
            </a:r>
            <a:r>
              <a:rPr lang="en-US" dirty="0">
                <a:latin typeface="Arial" panose="020B0604020202020204" pitchFamily="34" charset="0"/>
                <a:cs typeface="Arial" panose="020B0604020202020204" pitchFamily="34" charset="0"/>
              </a:rPr>
              <a:t>(sediment is transported but the average channel bed and the flow are not changing). </a:t>
            </a:r>
          </a:p>
        </p:txBody>
      </p:sp>
      <p:sp>
        <p:nvSpPr>
          <p:cNvPr id="7" name="Slide Number Placeholder 6">
            <a:extLst>
              <a:ext uri="{FF2B5EF4-FFF2-40B4-BE49-F238E27FC236}">
                <a16:creationId xmlns:a16="http://schemas.microsoft.com/office/drawing/2014/main" id="{7DCB13FB-F8D1-30FA-D578-0642AB9F9618}"/>
              </a:ext>
            </a:extLst>
          </p:cNvPr>
          <p:cNvSpPr>
            <a:spLocks noGrp="1"/>
          </p:cNvSpPr>
          <p:nvPr>
            <p:ph type="sldNum" sz="quarter" idx="12"/>
          </p:nvPr>
        </p:nvSpPr>
        <p:spPr/>
        <p:txBody>
          <a:bodyPr/>
          <a:lstStyle/>
          <a:p>
            <a:fld id="{4A4F8EDE-F60B-401C-9000-D80EB40E4DA9}" type="slidenum">
              <a:rPr lang="en-US" smtClean="0"/>
              <a:t>7</a:t>
            </a:fld>
            <a:endParaRPr lang="en-US"/>
          </a:p>
        </p:txBody>
      </p:sp>
    </p:spTree>
    <p:extLst>
      <p:ext uri="{BB962C8B-B14F-4D97-AF65-F5344CB8AC3E}">
        <p14:creationId xmlns:p14="http://schemas.microsoft.com/office/powerpoint/2010/main" val="425178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04E7-ECF2-E9E1-3B86-FFB257F8CC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4130E6-2C21-3E5B-F933-1390F6601EAE}"/>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6" name="TextBox 5">
            <a:extLst>
              <a:ext uri="{FF2B5EF4-FFF2-40B4-BE49-F238E27FC236}">
                <a16:creationId xmlns:a16="http://schemas.microsoft.com/office/drawing/2014/main" id="{970EC29E-D255-CA57-BB5B-D314FB25A65A}"/>
              </a:ext>
            </a:extLst>
          </p:cNvPr>
          <p:cNvSpPr txBox="1"/>
          <p:nvPr/>
        </p:nvSpPr>
        <p:spPr>
          <a:xfrm>
            <a:off x="708455" y="88968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Mathematically, the condition of mobile bed equilibrium is expressed as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7401004-B8E5-238C-DA13-F5A03690C990}"/>
                  </a:ext>
                </a:extLst>
              </p:cNvPr>
              <p:cNvSpPr txBox="1"/>
              <p:nvPr/>
            </p:nvSpPr>
            <p:spPr>
              <a:xfrm>
                <a:off x="886584" y="1488959"/>
                <a:ext cx="3983976"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oMath>
                  </m:oMathPara>
                </a14:m>
                <a:endParaRPr lang="en-US" sz="2000" b="1" dirty="0"/>
              </a:p>
            </p:txBody>
          </p:sp>
        </mc:Choice>
        <mc:Fallback xmlns="">
          <p:sp>
            <p:nvSpPr>
              <p:cNvPr id="8" name="TextBox 7">
                <a:extLst>
                  <a:ext uri="{FF2B5EF4-FFF2-40B4-BE49-F238E27FC236}">
                    <a16:creationId xmlns:a16="http://schemas.microsoft.com/office/drawing/2014/main" id="{D7401004-B8E5-238C-DA13-F5A03690C990}"/>
                  </a:ext>
                </a:extLst>
              </p:cNvPr>
              <p:cNvSpPr txBox="1">
                <a:spLocks noRot="1" noChangeAspect="1" noMove="1" noResize="1" noEditPoints="1" noAdjustHandles="1" noChangeArrowheads="1" noChangeShapeType="1" noTextEdit="1"/>
              </p:cNvSpPr>
              <p:nvPr/>
            </p:nvSpPr>
            <p:spPr>
              <a:xfrm>
                <a:off x="886584" y="1488959"/>
                <a:ext cx="3983976" cy="585288"/>
              </a:xfrm>
              <a:prstGeom prst="rect">
                <a:avLst/>
              </a:prstGeom>
              <a:blipFill>
                <a:blip r:embed="rId2"/>
                <a:stretch>
                  <a:fillRect/>
                </a:stretch>
              </a:blipFill>
            </p:spPr>
            <p:txBody>
              <a:bodyPr/>
              <a:lstStyle/>
              <a:p>
                <a:r>
                  <a:rPr lang="en-US">
                    <a:noFill/>
                  </a:rPr>
                  <a:t> </a:t>
                </a:r>
              </a:p>
            </p:txBody>
          </p:sp>
        </mc:Fallback>
      </mc:AlternateContent>
      <p:sp>
        <p:nvSpPr>
          <p:cNvPr id="10" name="Slide Number Placeholder 9">
            <a:extLst>
              <a:ext uri="{FF2B5EF4-FFF2-40B4-BE49-F238E27FC236}">
                <a16:creationId xmlns:a16="http://schemas.microsoft.com/office/drawing/2014/main" id="{861AADEB-0F48-F8A4-7C22-A0126F8C7C65}"/>
              </a:ext>
            </a:extLst>
          </p:cNvPr>
          <p:cNvSpPr>
            <a:spLocks noGrp="1"/>
          </p:cNvSpPr>
          <p:nvPr>
            <p:ph type="sldNum" sz="quarter" idx="12"/>
          </p:nvPr>
        </p:nvSpPr>
        <p:spPr/>
        <p:txBody>
          <a:bodyPr/>
          <a:lstStyle/>
          <a:p>
            <a:fld id="{4A4F8EDE-F60B-401C-9000-D80EB40E4DA9}" type="slidenum">
              <a:rPr lang="en-US" smtClean="0"/>
              <a:t>8</a:t>
            </a:fld>
            <a:endParaRPr lang="en-US"/>
          </a:p>
        </p:txBody>
      </p:sp>
    </p:spTree>
    <p:extLst>
      <p:ext uri="{BB962C8B-B14F-4D97-AF65-F5344CB8AC3E}">
        <p14:creationId xmlns:p14="http://schemas.microsoft.com/office/powerpoint/2010/main" val="1845860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BAE1-7782-D06B-0390-289055984C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B6B7FB-FC3B-9EC8-82B7-82342C860245}"/>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2" name="TextBox 1">
            <a:extLst>
              <a:ext uri="{FF2B5EF4-FFF2-40B4-BE49-F238E27FC236}">
                <a16:creationId xmlns:a16="http://schemas.microsoft.com/office/drawing/2014/main" id="{A02E55D5-4A9D-4F5D-51D1-89861ABFDFA0}"/>
              </a:ext>
            </a:extLst>
          </p:cNvPr>
          <p:cNvSpPr txBox="1"/>
          <p:nvPr/>
        </p:nvSpPr>
        <p:spPr>
          <a:xfrm>
            <a:off x="708455" y="88968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Mathematically, the condition of mobile bed equilibrium is expressed as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AC23DAD-958B-B3C9-0253-74AB0DED23B2}"/>
                  </a:ext>
                </a:extLst>
              </p:cNvPr>
              <p:cNvSpPr txBox="1"/>
              <p:nvPr/>
            </p:nvSpPr>
            <p:spPr>
              <a:xfrm>
                <a:off x="886584" y="1488959"/>
                <a:ext cx="3983976"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oMath>
                  </m:oMathPara>
                </a14:m>
                <a:endParaRPr lang="en-US" sz="2000" b="1" dirty="0"/>
              </a:p>
            </p:txBody>
          </p:sp>
        </mc:Choice>
        <mc:Fallback xmlns="">
          <p:sp>
            <p:nvSpPr>
              <p:cNvPr id="12" name="TextBox 11">
                <a:extLst>
                  <a:ext uri="{FF2B5EF4-FFF2-40B4-BE49-F238E27FC236}">
                    <a16:creationId xmlns:a16="http://schemas.microsoft.com/office/drawing/2014/main" id="{6AC23DAD-958B-B3C9-0253-74AB0DED23B2}"/>
                  </a:ext>
                </a:extLst>
              </p:cNvPr>
              <p:cNvSpPr txBox="1">
                <a:spLocks noRot="1" noChangeAspect="1" noMove="1" noResize="1" noEditPoints="1" noAdjustHandles="1" noChangeArrowheads="1" noChangeShapeType="1" noTextEdit="1"/>
              </p:cNvSpPr>
              <p:nvPr/>
            </p:nvSpPr>
            <p:spPr>
              <a:xfrm>
                <a:off x="886584" y="1488959"/>
                <a:ext cx="3983976" cy="585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AECDE5-B3F3-3742-2ED6-A15840697C0B}"/>
                  </a:ext>
                </a:extLst>
              </p:cNvPr>
              <p:cNvSpPr txBox="1"/>
              <p:nvPr/>
            </p:nvSpPr>
            <p:spPr>
              <a:xfrm>
                <a:off x="708455" y="2483708"/>
                <a:ext cx="10923372"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Recalling that (slide 3)</a:t>
                </a:r>
              </a:p>
              <a:p>
                <a:endParaRPr lang="en-US" dirty="0">
                  <a:latin typeface="Arial" panose="020B0604020202020204" pitchFamily="34" charset="0"/>
                  <a:cs typeface="Arial" panose="020B0604020202020204" pitchFamily="34" charset="0"/>
                </a:endParaRPr>
              </a:p>
              <a:p>
                <a14:m>
                  <m:oMath xmlns:m="http://schemas.openxmlformats.org/officeDocument/2006/math">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oMath>
                </a14:m>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1DAECDE5-B3F3-3742-2ED6-A15840697C0B}"/>
                  </a:ext>
                </a:extLst>
              </p:cNvPr>
              <p:cNvSpPr txBox="1">
                <a:spLocks noRot="1" noChangeAspect="1" noMove="1" noResize="1" noEditPoints="1" noAdjustHandles="1" noChangeArrowheads="1" noChangeShapeType="1" noTextEdit="1"/>
              </p:cNvSpPr>
              <p:nvPr/>
            </p:nvSpPr>
            <p:spPr>
              <a:xfrm>
                <a:off x="708455" y="2483708"/>
                <a:ext cx="10923372" cy="1200329"/>
              </a:xfrm>
              <a:prstGeom prst="rect">
                <a:avLst/>
              </a:prstGeom>
              <a:blipFill>
                <a:blip r:embed="rId3"/>
                <a:stretch>
                  <a:fillRect l="-446" t="-2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D309EF-5C5A-746B-E174-41F11F66588D}"/>
                  </a:ext>
                </a:extLst>
              </p:cNvPr>
              <p:cNvSpPr txBox="1"/>
              <p:nvPr/>
            </p:nvSpPr>
            <p:spPr>
              <a:xfrm>
                <a:off x="708455" y="3798328"/>
                <a:ext cx="10923372" cy="82189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The condition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𝑏𝑒𝑑</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𝑚𝑎𝑡𝑒𝑟𝑖𝑎𝑙</m:t>
                            </m:r>
                          </m:sub>
                        </m:sSub>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den>
                    </m:f>
                    <m:r>
                      <a:rPr lang="en-US" sz="2000" b="0"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corresponds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den>
                    </m:f>
                    <m:r>
                      <a:rPr lang="en-US"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or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𝑢𝑛𝑖𝑓𝑜𝑟𝑚</m:t>
                    </m:r>
                    <m:r>
                      <a:rPr lang="en-US" b="0" i="1" smtClean="0">
                        <a:latin typeface="Cambria Math" panose="02040503050406030204" pitchFamily="18" charset="0"/>
                        <a:cs typeface="Arial" panose="020B0604020202020204" pitchFamily="34" charset="0"/>
                      </a:rPr>
                      <m:t>)</m:t>
                    </m:r>
                  </m:oMath>
                </a14:m>
                <a:endParaRPr lang="en-US" sz="18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0ED309EF-5C5A-746B-E174-41F11F66588D}"/>
                  </a:ext>
                </a:extLst>
              </p:cNvPr>
              <p:cNvSpPr txBox="1">
                <a:spLocks noRot="1" noChangeAspect="1" noMove="1" noResize="1" noEditPoints="1" noAdjustHandles="1" noChangeArrowheads="1" noChangeShapeType="1" noTextEdit="1"/>
              </p:cNvSpPr>
              <p:nvPr/>
            </p:nvSpPr>
            <p:spPr>
              <a:xfrm>
                <a:off x="708455" y="3798328"/>
                <a:ext cx="10923372" cy="821892"/>
              </a:xfrm>
              <a:prstGeom prst="rect">
                <a:avLst/>
              </a:prstGeom>
              <a:blipFill>
                <a:blip r:embed="rId4"/>
                <a:stretch>
                  <a:fillRect l="-446" b="-11111"/>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1D305675-C6A5-2EE0-0DA5-23B570509AA8}"/>
              </a:ext>
            </a:extLst>
          </p:cNvPr>
          <p:cNvSpPr>
            <a:spLocks noGrp="1"/>
          </p:cNvSpPr>
          <p:nvPr>
            <p:ph type="sldNum" sz="quarter" idx="12"/>
          </p:nvPr>
        </p:nvSpPr>
        <p:spPr/>
        <p:txBody>
          <a:bodyPr/>
          <a:lstStyle/>
          <a:p>
            <a:fld id="{4A4F8EDE-F60B-401C-9000-D80EB40E4DA9}" type="slidenum">
              <a:rPr lang="en-US" smtClean="0"/>
              <a:t>9</a:t>
            </a:fld>
            <a:endParaRPr lang="en-US"/>
          </a:p>
        </p:txBody>
      </p:sp>
    </p:spTree>
    <p:extLst>
      <p:ext uri="{BB962C8B-B14F-4D97-AF65-F5344CB8AC3E}">
        <p14:creationId xmlns:p14="http://schemas.microsoft.com/office/powerpoint/2010/main" val="208200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672A3-8FF9-AEF6-4413-0E5FF49367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85AE9F-63BC-384E-3E50-7788FF8558C3}"/>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2" name="TextBox 1">
            <a:extLst>
              <a:ext uri="{FF2B5EF4-FFF2-40B4-BE49-F238E27FC236}">
                <a16:creationId xmlns:a16="http://schemas.microsoft.com/office/drawing/2014/main" id="{1396C0AE-DD03-52D4-5039-F970022C16A8}"/>
              </a:ext>
            </a:extLst>
          </p:cNvPr>
          <p:cNvSpPr txBox="1"/>
          <p:nvPr/>
        </p:nvSpPr>
        <p:spPr>
          <a:xfrm>
            <a:off x="708455" y="88968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Mathematically, the condition of mobile bed equilibrium is expressed as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A72CA55-6D2A-5484-6B1E-A2403D7328B5}"/>
                  </a:ext>
                </a:extLst>
              </p:cNvPr>
              <p:cNvSpPr txBox="1"/>
              <p:nvPr/>
            </p:nvSpPr>
            <p:spPr>
              <a:xfrm>
                <a:off x="886584" y="1488959"/>
                <a:ext cx="3983976"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oMath>
                  </m:oMathPara>
                </a14:m>
                <a:endParaRPr lang="en-US" sz="2000" b="1" dirty="0"/>
              </a:p>
            </p:txBody>
          </p:sp>
        </mc:Choice>
        <mc:Fallback xmlns="">
          <p:sp>
            <p:nvSpPr>
              <p:cNvPr id="12" name="TextBox 11">
                <a:extLst>
                  <a:ext uri="{FF2B5EF4-FFF2-40B4-BE49-F238E27FC236}">
                    <a16:creationId xmlns:a16="http://schemas.microsoft.com/office/drawing/2014/main" id="{7A72CA55-6D2A-5484-6B1E-A2403D7328B5}"/>
                  </a:ext>
                </a:extLst>
              </p:cNvPr>
              <p:cNvSpPr txBox="1">
                <a:spLocks noRot="1" noChangeAspect="1" noMove="1" noResize="1" noEditPoints="1" noAdjustHandles="1" noChangeArrowheads="1" noChangeShapeType="1" noTextEdit="1"/>
              </p:cNvSpPr>
              <p:nvPr/>
            </p:nvSpPr>
            <p:spPr>
              <a:xfrm>
                <a:off x="886584" y="1488959"/>
                <a:ext cx="3983976" cy="585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3E9390-CF09-3019-99F4-F589BBC311D2}"/>
                  </a:ext>
                </a:extLst>
              </p:cNvPr>
              <p:cNvSpPr txBox="1"/>
              <p:nvPr/>
            </p:nvSpPr>
            <p:spPr>
              <a:xfrm>
                <a:off x="708455" y="2483708"/>
                <a:ext cx="10923372"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Recalling that (slide 3)</a:t>
                </a:r>
              </a:p>
              <a:p>
                <a:endParaRPr lang="en-US" dirty="0">
                  <a:latin typeface="Arial" panose="020B0604020202020204" pitchFamily="34" charset="0"/>
                  <a:cs typeface="Arial" panose="020B0604020202020204" pitchFamily="34" charset="0"/>
                </a:endParaRPr>
              </a:p>
              <a:p>
                <a14:m>
                  <m:oMath xmlns:m="http://schemas.openxmlformats.org/officeDocument/2006/math">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oMath>
                </a14:m>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263E9390-CF09-3019-99F4-F589BBC311D2}"/>
                  </a:ext>
                </a:extLst>
              </p:cNvPr>
              <p:cNvSpPr txBox="1">
                <a:spLocks noRot="1" noChangeAspect="1" noMove="1" noResize="1" noEditPoints="1" noAdjustHandles="1" noChangeArrowheads="1" noChangeShapeType="1" noTextEdit="1"/>
              </p:cNvSpPr>
              <p:nvPr/>
            </p:nvSpPr>
            <p:spPr>
              <a:xfrm>
                <a:off x="708455" y="2483708"/>
                <a:ext cx="10923372" cy="1200329"/>
              </a:xfrm>
              <a:prstGeom prst="rect">
                <a:avLst/>
              </a:prstGeom>
              <a:blipFill>
                <a:blip r:embed="rId3"/>
                <a:stretch>
                  <a:fillRect l="-446" t="-2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E7E1853-8EA5-EE7A-9B1A-12B523F62FA6}"/>
                  </a:ext>
                </a:extLst>
              </p:cNvPr>
              <p:cNvSpPr txBox="1"/>
              <p:nvPr/>
            </p:nvSpPr>
            <p:spPr>
              <a:xfrm>
                <a:off x="708455" y="3798328"/>
                <a:ext cx="10923372" cy="82189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The condition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𝑏𝑒𝑑</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𝑚𝑎𝑡𝑒𝑟𝑖𝑎𝑙</m:t>
                            </m:r>
                          </m:sub>
                        </m:sSub>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den>
                    </m:f>
                    <m:r>
                      <a:rPr lang="en-US" sz="2000" b="0"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corresponds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den>
                    </m:f>
                    <m:r>
                      <a:rPr lang="en-US"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or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𝑢𝑛𝑖𝑓𝑜𝑟𝑚</m:t>
                    </m:r>
                    <m:r>
                      <a:rPr lang="en-US" b="0" i="1" smtClean="0">
                        <a:latin typeface="Cambria Math" panose="02040503050406030204" pitchFamily="18" charset="0"/>
                        <a:cs typeface="Arial" panose="020B0604020202020204" pitchFamily="34" charset="0"/>
                      </a:rPr>
                      <m:t>)</m:t>
                    </m:r>
                  </m:oMath>
                </a14:m>
                <a:endParaRPr lang="en-US" sz="18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E7E1853-8EA5-EE7A-9B1A-12B523F62FA6}"/>
                  </a:ext>
                </a:extLst>
              </p:cNvPr>
              <p:cNvSpPr txBox="1">
                <a:spLocks noRot="1" noChangeAspect="1" noMove="1" noResize="1" noEditPoints="1" noAdjustHandles="1" noChangeArrowheads="1" noChangeShapeType="1" noTextEdit="1"/>
              </p:cNvSpPr>
              <p:nvPr/>
            </p:nvSpPr>
            <p:spPr>
              <a:xfrm>
                <a:off x="708455" y="3798328"/>
                <a:ext cx="10923372" cy="821892"/>
              </a:xfrm>
              <a:prstGeom prst="rect">
                <a:avLst/>
              </a:prstGeom>
              <a:blipFill>
                <a:blip r:embed="rId4"/>
                <a:stretch>
                  <a:fillRect l="-446"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2A684CB-5E2B-6E3E-B2B8-1C265E2DAC29}"/>
                  </a:ext>
                </a:extLst>
              </p:cNvPr>
              <p:cNvSpPr txBox="1"/>
              <p:nvPr/>
            </p:nvSpPr>
            <p:spPr>
              <a:xfrm>
                <a:off x="770239" y="4908727"/>
                <a:ext cx="10923372" cy="150810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𝑐𝑜𝑛𝑠𝑡𝑎𝑛𝑡</m:t>
                    </m:r>
                  </m:oMath>
                </a14:m>
                <a:r>
                  <a:rPr lang="en-US" sz="1800" dirty="0">
                    <a:latin typeface="Arial" panose="020B0604020202020204" pitchFamily="34" charset="0"/>
                    <a:cs typeface="Arial" panose="020B0604020202020204" pitchFamily="34" charset="0"/>
                  </a:rPr>
                  <a:t> not only in space (uniform) but also in time. If it were to change in time at one location (locally), the time rate of change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𝑏</m:t>
                        </m:r>
                      </m:sub>
                    </m:sSub>
                  </m:oMath>
                </a14:m>
                <a:r>
                  <a:rPr lang="en-US" sz="1800" dirty="0">
                    <a:latin typeface="Arial" panose="020B0604020202020204" pitchFamily="34" charset="0"/>
                    <a:cs typeface="Arial" panose="020B0604020202020204" pitchFamily="34" charset="0"/>
                  </a:rPr>
                  <a:t> would have to be nonzero to drive local bed slope change and thus changes in the average flow</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oMath>
                </a14:m>
                <a:r>
                  <a:rPr lang="en-US" sz="1800" dirty="0">
                    <a:latin typeface="Arial" panose="020B0604020202020204" pitchFamily="34" charset="0"/>
                    <a:cs typeface="Arial" panose="020B0604020202020204" pitchFamily="34" charset="0"/>
                  </a:rPr>
                  <a:t> is not changing in space and time, the average flow is steady and uniform (normal)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𝜏</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r>
                      <a:rPr lang="en-US" sz="2000" b="0" i="1" smtClean="0">
                        <a:latin typeface="Cambria Math" panose="02040503050406030204" pitchFamily="18" charset="0"/>
                        <a:ea typeface="Cambria Math" panose="02040503050406030204" pitchFamily="18" charset="0"/>
                        <a:cs typeface="Arial" panose="020B0604020202020204" pitchFamily="34" charset="0"/>
                      </a:rPr>
                      <m:t>𝑔𝐻𝑆</m:t>
                    </m:r>
                  </m:oMath>
                </a14:m>
                <a:endParaRPr lang="en-US" sz="20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02A684CB-5E2B-6E3E-B2B8-1C265E2DAC29}"/>
                  </a:ext>
                </a:extLst>
              </p:cNvPr>
              <p:cNvSpPr txBox="1">
                <a:spLocks noRot="1" noChangeAspect="1" noMove="1" noResize="1" noEditPoints="1" noAdjustHandles="1" noChangeArrowheads="1" noChangeShapeType="1" noTextEdit="1"/>
              </p:cNvSpPr>
              <p:nvPr/>
            </p:nvSpPr>
            <p:spPr>
              <a:xfrm>
                <a:off x="770239" y="4908727"/>
                <a:ext cx="10923372" cy="1508105"/>
              </a:xfrm>
              <a:prstGeom prst="rect">
                <a:avLst/>
              </a:prstGeom>
              <a:blipFill>
                <a:blip r:embed="rId5"/>
                <a:stretch>
                  <a:fillRect l="-446" t="-2016" b="-5242"/>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30F494BB-2175-8C84-0A7B-934CE7299F60}"/>
              </a:ext>
            </a:extLst>
          </p:cNvPr>
          <p:cNvSpPr>
            <a:spLocks noGrp="1"/>
          </p:cNvSpPr>
          <p:nvPr>
            <p:ph type="sldNum" sz="quarter" idx="12"/>
          </p:nvPr>
        </p:nvSpPr>
        <p:spPr/>
        <p:txBody>
          <a:bodyPr/>
          <a:lstStyle/>
          <a:p>
            <a:fld id="{4A4F8EDE-F60B-401C-9000-D80EB40E4DA9}" type="slidenum">
              <a:rPr lang="en-US" smtClean="0"/>
              <a:t>10</a:t>
            </a:fld>
            <a:endParaRPr lang="en-US"/>
          </a:p>
        </p:txBody>
      </p:sp>
    </p:spTree>
    <p:extLst>
      <p:ext uri="{BB962C8B-B14F-4D97-AF65-F5344CB8AC3E}">
        <p14:creationId xmlns:p14="http://schemas.microsoft.com/office/powerpoint/2010/main" val="3832473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7355-6926-EF08-5CFF-17BB48088B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806A3B-37CD-A8C5-97C0-5D0C7B0261AD}"/>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When can we assume normal flow?</a:t>
            </a:r>
          </a:p>
        </p:txBody>
      </p:sp>
      <p:sp>
        <p:nvSpPr>
          <p:cNvPr id="2" name="TextBox 1">
            <a:extLst>
              <a:ext uri="{FF2B5EF4-FFF2-40B4-BE49-F238E27FC236}">
                <a16:creationId xmlns:a16="http://schemas.microsoft.com/office/drawing/2014/main" id="{8C96C539-1E06-3D72-566B-D25048A462CB}"/>
              </a:ext>
            </a:extLst>
          </p:cNvPr>
          <p:cNvSpPr txBox="1"/>
          <p:nvPr/>
        </p:nvSpPr>
        <p:spPr>
          <a:xfrm>
            <a:off x="708455" y="889686"/>
            <a:ext cx="10346724"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Mathematically, the condition of mobile bed equilibrium is expressed as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1CBC92C-8DBE-D43C-F87B-4B96DA27F664}"/>
                  </a:ext>
                </a:extLst>
              </p:cNvPr>
              <p:cNvSpPr txBox="1"/>
              <p:nvPr/>
            </p:nvSpPr>
            <p:spPr>
              <a:xfrm>
                <a:off x="886584" y="1488959"/>
                <a:ext cx="3983976" cy="585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𝑝</m:t>
                              </m:r>
                            </m:sub>
                          </m:sSub>
                        </m:e>
                      </m:d>
                      <m:f>
                        <m:fPr>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𝑏</m:t>
                              </m:r>
                            </m:sub>
                          </m:sSub>
                        </m:num>
                        <m:den>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𝑏𝑒𝑑</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𝑚𝑎𝑡𝑒𝑟𝑖𝑎𝑙</m:t>
                              </m:r>
                            </m:sub>
                          </m:sSub>
                        </m:num>
                        <m:den>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en>
                      </m:f>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𝟎</m:t>
                      </m:r>
                    </m:oMath>
                  </m:oMathPara>
                </a14:m>
                <a:endParaRPr lang="en-US" sz="2000" b="1" dirty="0"/>
              </a:p>
            </p:txBody>
          </p:sp>
        </mc:Choice>
        <mc:Fallback xmlns="">
          <p:sp>
            <p:nvSpPr>
              <p:cNvPr id="12" name="TextBox 11">
                <a:extLst>
                  <a:ext uri="{FF2B5EF4-FFF2-40B4-BE49-F238E27FC236}">
                    <a16:creationId xmlns:a16="http://schemas.microsoft.com/office/drawing/2014/main" id="{B1CBC92C-8DBE-D43C-F87B-4B96DA27F664}"/>
                  </a:ext>
                </a:extLst>
              </p:cNvPr>
              <p:cNvSpPr txBox="1">
                <a:spLocks noRot="1" noChangeAspect="1" noMove="1" noResize="1" noEditPoints="1" noAdjustHandles="1" noChangeArrowheads="1" noChangeShapeType="1" noTextEdit="1"/>
              </p:cNvSpPr>
              <p:nvPr/>
            </p:nvSpPr>
            <p:spPr>
              <a:xfrm>
                <a:off x="886584" y="1488959"/>
                <a:ext cx="3983976" cy="585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71F2604-D589-069F-3B78-EB20311388DB}"/>
                  </a:ext>
                </a:extLst>
              </p:cNvPr>
              <p:cNvSpPr txBox="1"/>
              <p:nvPr/>
            </p:nvSpPr>
            <p:spPr>
              <a:xfrm>
                <a:off x="708455" y="2483708"/>
                <a:ext cx="10923372"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Recalling that (slide 3)</a:t>
                </a:r>
              </a:p>
              <a:p>
                <a:endParaRPr lang="en-US" dirty="0">
                  <a:latin typeface="Arial" panose="020B0604020202020204" pitchFamily="34" charset="0"/>
                  <a:cs typeface="Arial" panose="020B0604020202020204" pitchFamily="34" charset="0"/>
                </a:endParaRPr>
              </a:p>
              <a:p>
                <a14:m>
                  <m:oMath xmlns:m="http://schemas.openxmlformats.org/officeDocument/2006/math">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𝑏𝑒𝑑𝑙𝑜𝑎𝑑</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𝑟𝑎𝑡𝑒</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𝑓𝑛</m:t>
                    </m:r>
                    <m:d>
                      <m:dPr>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r>
                              <a:rPr lang="en-US" b="0" i="1" smtClean="0">
                                <a:latin typeface="Cambria Math" panose="02040503050406030204" pitchFamily="18" charset="0"/>
                                <a:cs typeface="Arial" panose="020B0604020202020204" pitchFamily="34" charset="0"/>
                              </a:rPr>
                              <m:t>𝑐</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𝑜𝑡h𝑒𝑟</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𝑝𝑎𝑟𝑎𝑚𝑒𝑡𝑒𝑟𝑠</m:t>
                        </m:r>
                      </m:e>
                    </m:d>
                  </m:oMath>
                </a14:m>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D71F2604-D589-069F-3B78-EB20311388DB}"/>
                  </a:ext>
                </a:extLst>
              </p:cNvPr>
              <p:cNvSpPr txBox="1">
                <a:spLocks noRot="1" noChangeAspect="1" noMove="1" noResize="1" noEditPoints="1" noAdjustHandles="1" noChangeArrowheads="1" noChangeShapeType="1" noTextEdit="1"/>
              </p:cNvSpPr>
              <p:nvPr/>
            </p:nvSpPr>
            <p:spPr>
              <a:xfrm>
                <a:off x="708455" y="2483708"/>
                <a:ext cx="10923372" cy="1200329"/>
              </a:xfrm>
              <a:prstGeom prst="rect">
                <a:avLst/>
              </a:prstGeom>
              <a:blipFill>
                <a:blip r:embed="rId3"/>
                <a:stretch>
                  <a:fillRect l="-446" t="-2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C585FC-56EE-4AEB-EE4F-652EA6137736}"/>
                  </a:ext>
                </a:extLst>
              </p:cNvPr>
              <p:cNvSpPr txBox="1"/>
              <p:nvPr/>
            </p:nvSpPr>
            <p:spPr>
              <a:xfrm>
                <a:off x="708455" y="3798328"/>
                <a:ext cx="10923372" cy="82189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The condition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𝑏𝑒𝑑</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𝑚𝑎𝑡𝑒𝑟𝑖𝑎𝑙</m:t>
                            </m:r>
                          </m:sub>
                        </m:sSub>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den>
                    </m:f>
                    <m:r>
                      <a:rPr lang="en-US" sz="2000" b="0"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corresponds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den>
                    </m:f>
                    <m:r>
                      <a:rPr lang="en-US" i="1">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or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𝑐𝑜𝑛𝑠𝑡𝑎𝑛𝑡</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𝑢𝑛𝑖𝑓𝑜𝑟𝑚</m:t>
                    </m:r>
                    <m:r>
                      <a:rPr lang="en-US" b="0" i="1" smtClean="0">
                        <a:latin typeface="Cambria Math" panose="02040503050406030204" pitchFamily="18" charset="0"/>
                        <a:cs typeface="Arial" panose="020B0604020202020204" pitchFamily="34" charset="0"/>
                      </a:rPr>
                      <m:t>)</m:t>
                    </m:r>
                  </m:oMath>
                </a14:m>
                <a:endParaRPr lang="en-US" sz="18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68C585FC-56EE-4AEB-EE4F-652EA6137736}"/>
                  </a:ext>
                </a:extLst>
              </p:cNvPr>
              <p:cNvSpPr txBox="1">
                <a:spLocks noRot="1" noChangeAspect="1" noMove="1" noResize="1" noEditPoints="1" noAdjustHandles="1" noChangeArrowheads="1" noChangeShapeType="1" noTextEdit="1"/>
              </p:cNvSpPr>
              <p:nvPr/>
            </p:nvSpPr>
            <p:spPr>
              <a:xfrm>
                <a:off x="708455" y="3798328"/>
                <a:ext cx="10923372" cy="821892"/>
              </a:xfrm>
              <a:prstGeom prst="rect">
                <a:avLst/>
              </a:prstGeom>
              <a:blipFill>
                <a:blip r:embed="rId4"/>
                <a:stretch>
                  <a:fillRect l="-446"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181FD94-2A9E-BCF7-B2E3-459D7B94C7A4}"/>
                  </a:ext>
                </a:extLst>
              </p:cNvPr>
              <p:cNvSpPr txBox="1"/>
              <p:nvPr/>
            </p:nvSpPr>
            <p:spPr>
              <a:xfrm>
                <a:off x="770239" y="4908727"/>
                <a:ext cx="10923372" cy="150810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𝑐𝑜𝑛𝑠𝑡𝑎𝑛𝑡</m:t>
                    </m:r>
                  </m:oMath>
                </a14:m>
                <a:r>
                  <a:rPr lang="en-US" sz="1800" dirty="0">
                    <a:latin typeface="Arial" panose="020B0604020202020204" pitchFamily="34" charset="0"/>
                    <a:cs typeface="Arial" panose="020B0604020202020204" pitchFamily="34" charset="0"/>
                  </a:rPr>
                  <a:t> not only in space (uniform) but also in time. If it were to change in time at one location (locally), the time rate of change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𝑏</m:t>
                        </m:r>
                      </m:sub>
                    </m:sSub>
                  </m:oMath>
                </a14:m>
                <a:r>
                  <a:rPr lang="en-US" sz="1800" dirty="0">
                    <a:latin typeface="Arial" panose="020B0604020202020204" pitchFamily="34" charset="0"/>
                    <a:cs typeface="Arial" panose="020B0604020202020204" pitchFamily="34" charset="0"/>
                  </a:rPr>
                  <a:t> would have to be nonzero to drive local bed slope change and thus changes in the average flow</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m:t>
                        </m:r>
                      </m:sub>
                    </m:sSub>
                  </m:oMath>
                </a14:m>
                <a:r>
                  <a:rPr lang="en-US" sz="1800" dirty="0">
                    <a:latin typeface="Arial" panose="020B0604020202020204" pitchFamily="34" charset="0"/>
                    <a:cs typeface="Arial" panose="020B0604020202020204" pitchFamily="34" charset="0"/>
                  </a:rPr>
                  <a:t> is not changing in space and time, the average flow is steady and uniform (normal) and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𝜏</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𝑏</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𝜌</m:t>
                    </m:r>
                    <m:r>
                      <a:rPr lang="en-US" sz="2000" b="0" i="1" smtClean="0">
                        <a:latin typeface="Cambria Math" panose="02040503050406030204" pitchFamily="18" charset="0"/>
                        <a:ea typeface="Cambria Math" panose="02040503050406030204" pitchFamily="18" charset="0"/>
                        <a:cs typeface="Arial" panose="020B0604020202020204" pitchFamily="34" charset="0"/>
                      </a:rPr>
                      <m:t>𝑔𝐻𝑆</m:t>
                    </m:r>
                  </m:oMath>
                </a14:m>
                <a:endParaRPr lang="en-US" sz="20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A181FD94-2A9E-BCF7-B2E3-459D7B94C7A4}"/>
                  </a:ext>
                </a:extLst>
              </p:cNvPr>
              <p:cNvSpPr txBox="1">
                <a:spLocks noRot="1" noChangeAspect="1" noMove="1" noResize="1" noEditPoints="1" noAdjustHandles="1" noChangeArrowheads="1" noChangeShapeType="1" noTextEdit="1"/>
              </p:cNvSpPr>
              <p:nvPr/>
            </p:nvSpPr>
            <p:spPr>
              <a:xfrm>
                <a:off x="770239" y="4908727"/>
                <a:ext cx="10923372" cy="1508105"/>
              </a:xfrm>
              <a:prstGeom prst="rect">
                <a:avLst/>
              </a:prstGeom>
              <a:blipFill>
                <a:blip r:embed="rId5"/>
                <a:stretch>
                  <a:fillRect l="-446" t="-2016" b="-5242"/>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4F32C6F7-8065-1071-6B07-2F62E3A3E057}"/>
              </a:ext>
            </a:extLst>
          </p:cNvPr>
          <p:cNvSpPr/>
          <p:nvPr/>
        </p:nvSpPr>
        <p:spPr>
          <a:xfrm>
            <a:off x="1007076" y="2074247"/>
            <a:ext cx="10346724" cy="3163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Terminology reminder</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Average flow here means that the flow parameters are averaged over time scales that are long compared to those typical of bed level change for bedload transport (particle entrainment or deposition – bedload video) and bedform migration (all the videos of L_03.pptx)</a:t>
            </a:r>
          </a:p>
        </p:txBody>
      </p:sp>
      <p:sp>
        <p:nvSpPr>
          <p:cNvPr id="9" name="Slide Number Placeholder 8">
            <a:extLst>
              <a:ext uri="{FF2B5EF4-FFF2-40B4-BE49-F238E27FC236}">
                <a16:creationId xmlns:a16="http://schemas.microsoft.com/office/drawing/2014/main" id="{D734FF67-CEFF-057E-A950-2877EBC00485}"/>
              </a:ext>
            </a:extLst>
          </p:cNvPr>
          <p:cNvSpPr>
            <a:spLocks noGrp="1"/>
          </p:cNvSpPr>
          <p:nvPr>
            <p:ph type="sldNum" sz="quarter" idx="12"/>
          </p:nvPr>
        </p:nvSpPr>
        <p:spPr/>
        <p:txBody>
          <a:bodyPr/>
          <a:lstStyle/>
          <a:p>
            <a:fld id="{4A4F8EDE-F60B-401C-9000-D80EB40E4DA9}" type="slidenum">
              <a:rPr lang="en-US" smtClean="0"/>
              <a:t>11</a:t>
            </a:fld>
            <a:endParaRPr lang="en-US"/>
          </a:p>
        </p:txBody>
      </p:sp>
    </p:spTree>
    <p:extLst>
      <p:ext uri="{BB962C8B-B14F-4D97-AF65-F5344CB8AC3E}">
        <p14:creationId xmlns:p14="http://schemas.microsoft.com/office/powerpoint/2010/main" val="3259945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52128-5469-65D1-8A11-A34A87375E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CE712B-42EB-5CA4-6DFF-0ABFB1BE8417}"/>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Class project - Part 1</a:t>
            </a:r>
          </a:p>
        </p:txBody>
      </p:sp>
      <p:sp>
        <p:nvSpPr>
          <p:cNvPr id="9" name="TextBox 8">
            <a:extLst>
              <a:ext uri="{FF2B5EF4-FFF2-40B4-BE49-F238E27FC236}">
                <a16:creationId xmlns:a16="http://schemas.microsoft.com/office/drawing/2014/main" id="{69A3762D-D856-F972-2AE0-B5E486E1DA79}"/>
              </a:ext>
            </a:extLst>
          </p:cNvPr>
          <p:cNvSpPr txBox="1"/>
          <p:nvPr/>
        </p:nvSpPr>
        <p:spPr>
          <a:xfrm>
            <a:off x="873211" y="996778"/>
            <a:ext cx="10264346" cy="230832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 prepared an excel file called </a:t>
            </a:r>
            <a:r>
              <a:rPr lang="en-US" dirty="0" err="1">
                <a:latin typeface="Arial" panose="020B0604020202020204" pitchFamily="34" charset="0"/>
                <a:cs typeface="Arial" panose="020B0604020202020204" pitchFamily="34" charset="0"/>
              </a:rPr>
              <a:t>FamousDatasets,xlsx</a:t>
            </a:r>
            <a:r>
              <a:rPr lang="en-US" dirty="0">
                <a:latin typeface="Arial" panose="020B0604020202020204" pitchFamily="34" charset="0"/>
                <a:cs typeface="Arial" panose="020B0604020202020204" pitchFamily="34" charset="0"/>
              </a:rPr>
              <a:t> and I uploaded it in the </a:t>
            </a:r>
            <a:r>
              <a:rPr lang="en-US" dirty="0" err="1">
                <a:latin typeface="Arial" panose="020B0604020202020204" pitchFamily="34" charset="0"/>
                <a:cs typeface="Arial" panose="020B0604020202020204" pitchFamily="34" charset="0"/>
              </a:rPr>
              <a:t>excel_files</a:t>
            </a:r>
            <a:r>
              <a:rPr lang="en-US" dirty="0">
                <a:latin typeface="Arial" panose="020B0604020202020204" pitchFamily="34" charset="0"/>
                <a:cs typeface="Arial" panose="020B0604020202020204" pitchFamily="34" charset="0"/>
              </a:rPr>
              <a:t> folder of the HSI repository. You should also find it in Moodle.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this file you will find data of famous bedload transport experiments, i.e. those performed by Meyer-Peter and Muller and those performed by Gilbert.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Part 1 of the class project consists in estimating the component of the bed shear stress in these experiments that contributed to bedload transport. </a:t>
            </a:r>
          </a:p>
        </p:txBody>
      </p:sp>
      <p:sp>
        <p:nvSpPr>
          <p:cNvPr id="10" name="Slide Number Placeholder 9">
            <a:extLst>
              <a:ext uri="{FF2B5EF4-FFF2-40B4-BE49-F238E27FC236}">
                <a16:creationId xmlns:a16="http://schemas.microsoft.com/office/drawing/2014/main" id="{365EE36D-0A63-E5F4-007D-76785B160F0D}"/>
              </a:ext>
            </a:extLst>
          </p:cNvPr>
          <p:cNvSpPr>
            <a:spLocks noGrp="1"/>
          </p:cNvSpPr>
          <p:nvPr>
            <p:ph type="sldNum" sz="quarter" idx="12"/>
          </p:nvPr>
        </p:nvSpPr>
        <p:spPr/>
        <p:txBody>
          <a:bodyPr/>
          <a:lstStyle/>
          <a:p>
            <a:fld id="{4A4F8EDE-F60B-401C-9000-D80EB40E4DA9}" type="slidenum">
              <a:rPr lang="en-US" smtClean="0"/>
              <a:t>12</a:t>
            </a:fld>
            <a:endParaRPr lang="en-US"/>
          </a:p>
        </p:txBody>
      </p:sp>
    </p:spTree>
    <p:extLst>
      <p:ext uri="{BB962C8B-B14F-4D97-AF65-F5344CB8AC3E}">
        <p14:creationId xmlns:p14="http://schemas.microsoft.com/office/powerpoint/2010/main" val="125451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8CB6-347D-74E0-8896-DAF88E9F00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7F8A39-F569-9C6F-3DA8-450A55AA4DF5}"/>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Class project - Part 1</a:t>
            </a:r>
          </a:p>
        </p:txBody>
      </p:sp>
      <p:sp>
        <p:nvSpPr>
          <p:cNvPr id="9" name="TextBox 8">
            <a:extLst>
              <a:ext uri="{FF2B5EF4-FFF2-40B4-BE49-F238E27FC236}">
                <a16:creationId xmlns:a16="http://schemas.microsoft.com/office/drawing/2014/main" id="{BC15704A-A421-9500-CAC3-ECDC7CCB6BFC}"/>
              </a:ext>
            </a:extLst>
          </p:cNvPr>
          <p:cNvSpPr txBox="1"/>
          <p:nvPr/>
        </p:nvSpPr>
        <p:spPr>
          <a:xfrm>
            <a:off x="873211" y="873208"/>
            <a:ext cx="10264346" cy="535531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 prepared an excel file called </a:t>
            </a:r>
            <a:r>
              <a:rPr lang="en-US" dirty="0" err="1">
                <a:latin typeface="Arial" panose="020B0604020202020204" pitchFamily="34" charset="0"/>
                <a:cs typeface="Arial" panose="020B0604020202020204" pitchFamily="34" charset="0"/>
              </a:rPr>
              <a:t>FamousDatasets,xlsx</a:t>
            </a:r>
            <a:r>
              <a:rPr lang="en-US" dirty="0">
                <a:latin typeface="Arial" panose="020B0604020202020204" pitchFamily="34" charset="0"/>
                <a:cs typeface="Arial" panose="020B0604020202020204" pitchFamily="34" charset="0"/>
              </a:rPr>
              <a:t> and I uploaded it in the </a:t>
            </a:r>
            <a:r>
              <a:rPr lang="en-US" dirty="0" err="1">
                <a:latin typeface="Arial" panose="020B0604020202020204" pitchFamily="34" charset="0"/>
                <a:cs typeface="Arial" panose="020B0604020202020204" pitchFamily="34" charset="0"/>
              </a:rPr>
              <a:t>excel_files</a:t>
            </a:r>
            <a:r>
              <a:rPr lang="en-US" dirty="0">
                <a:latin typeface="Arial" panose="020B0604020202020204" pitchFamily="34" charset="0"/>
                <a:cs typeface="Arial" panose="020B0604020202020204" pitchFamily="34" charset="0"/>
              </a:rPr>
              <a:t> folder of the HSI repository. You should also find it in Moodle.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this file you will find data of famous bedload transport experiments, i.e. those performed by Meyer-Peter and Muller and those performed by Gilbert.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Part 1 of the class project consists in estimating the component of the bed shear stress in these experiments that contributed to bedload transport.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will be done in two steps: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STEP 1: bed shear stress in laboratory flumes are affected by the presence of smooth sidewalls. </a:t>
            </a:r>
            <a:r>
              <a:rPr lang="en-US" i="1" dirty="0"/>
              <a:t>The sidewall correction procedure (next slides) i s supposed to eliminate the wall effect a s far as the calculation of the bed friction i s concerned, but there is no known correction for the effect of the walls on the sediment transportation and dune configuration</a:t>
            </a:r>
            <a:r>
              <a:rPr lang="en-US" dirty="0"/>
              <a:t> (Vanoni and Brooks, 1957).</a:t>
            </a:r>
          </a:p>
          <a:p>
            <a:endParaRPr lang="en-US" dirty="0"/>
          </a:p>
          <a:p>
            <a:r>
              <a:rPr lang="en-US" dirty="0"/>
              <a:t>STEP 2: partition of the sidewall corrected bed shear stress between skin friction (contributing to bedload transport) and form drag (not contributing to bedload transport)</a:t>
            </a:r>
            <a:endParaRPr lang="en-US"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8635671B-ADCC-EA85-5335-DB1CD7C8C28F}"/>
              </a:ext>
            </a:extLst>
          </p:cNvPr>
          <p:cNvSpPr>
            <a:spLocks noGrp="1"/>
          </p:cNvSpPr>
          <p:nvPr>
            <p:ph type="sldNum" sz="quarter" idx="12"/>
          </p:nvPr>
        </p:nvSpPr>
        <p:spPr/>
        <p:txBody>
          <a:bodyPr/>
          <a:lstStyle/>
          <a:p>
            <a:fld id="{4A4F8EDE-F60B-401C-9000-D80EB40E4DA9}" type="slidenum">
              <a:rPr lang="en-US" smtClean="0"/>
              <a:t>13</a:t>
            </a:fld>
            <a:endParaRPr lang="en-US"/>
          </a:p>
        </p:txBody>
      </p:sp>
    </p:spTree>
    <p:extLst>
      <p:ext uri="{BB962C8B-B14F-4D97-AF65-F5344CB8AC3E}">
        <p14:creationId xmlns:p14="http://schemas.microsoft.com/office/powerpoint/2010/main" val="3452042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2B2B-2DCC-5E1F-21DB-577AD8C74F4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69F2CAD-601D-C9B6-4B22-BCB2E23990D1}"/>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A030A96-0020-B644-AB2A-9A320A5E234D}"/>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AFD9D3-3E6C-CFBB-119A-260F565E2D7C}"/>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8C30EE85-7F79-5B02-E3F8-CFAA7FF89053}"/>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F599B5F-5E68-1E46-A17D-BC02BF27D5E4}"/>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6789461-EE86-0736-7102-2FD49B126198}"/>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BB29328-FE3B-0D43-E119-C73029155054}"/>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02BCD222-87B2-B7C6-73F7-36935E9F625B}"/>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E6CCA697-C4A8-02AE-3B36-CBE08F5348FE}"/>
              </a:ext>
            </a:extLst>
          </p:cNvPr>
          <p:cNvSpPr txBox="1"/>
          <p:nvPr/>
        </p:nvSpPr>
        <p:spPr>
          <a:xfrm>
            <a:off x="2870419" y="824498"/>
            <a:ext cx="2767055"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Known parameters</a:t>
            </a:r>
          </a:p>
        </p:txBody>
      </p:sp>
      <p:sp>
        <p:nvSpPr>
          <p:cNvPr id="18" name="TextBox 17">
            <a:extLst>
              <a:ext uri="{FF2B5EF4-FFF2-40B4-BE49-F238E27FC236}">
                <a16:creationId xmlns:a16="http://schemas.microsoft.com/office/drawing/2014/main" id="{C2B3475C-F017-7AB7-5958-C1101DF34C59}"/>
              </a:ext>
            </a:extLst>
          </p:cNvPr>
          <p:cNvSpPr txBox="1"/>
          <p:nvPr/>
        </p:nvSpPr>
        <p:spPr>
          <a:xfrm>
            <a:off x="2910924" y="1186248"/>
            <a:ext cx="4269104"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Flume width B</a:t>
            </a:r>
          </a:p>
          <a:p>
            <a:r>
              <a:rPr lang="en-US" dirty="0">
                <a:latin typeface="Arial" panose="020B0604020202020204" pitchFamily="34" charset="0"/>
                <a:cs typeface="Arial" panose="020B0604020202020204" pitchFamily="34" charset="0"/>
              </a:rPr>
              <a:t>Water discharge Q</a:t>
            </a:r>
          </a:p>
          <a:p>
            <a:r>
              <a:rPr lang="en-US" dirty="0">
                <a:latin typeface="Arial" panose="020B0604020202020204" pitchFamily="34" charset="0"/>
                <a:cs typeface="Arial" panose="020B0604020202020204" pitchFamily="34" charset="0"/>
              </a:rPr>
              <a:t>Water depth H</a:t>
            </a:r>
          </a:p>
          <a:p>
            <a:r>
              <a:rPr lang="en-US" dirty="0">
                <a:latin typeface="Arial" panose="020B0604020202020204" pitchFamily="34" charset="0"/>
                <a:cs typeface="Arial" panose="020B0604020202020204" pitchFamily="34" charset="0"/>
              </a:rPr>
              <a:t>Bed slope S</a:t>
            </a:r>
          </a:p>
          <a:p>
            <a:r>
              <a:rPr lang="en-US" dirty="0">
                <a:latin typeface="Arial" panose="020B0604020202020204" pitchFamily="34" charset="0"/>
                <a:cs typeface="Arial" panose="020B0604020202020204" pitchFamily="34" charset="0"/>
              </a:rPr>
              <a:t>Sediment properties R,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90</a:t>
            </a:r>
          </a:p>
          <a:p>
            <a:r>
              <a:rPr lang="en-US" dirty="0">
                <a:latin typeface="Arial" panose="020B0604020202020204" pitchFamily="34" charset="0"/>
                <a:cs typeface="Arial" panose="020B0604020202020204" pitchFamily="34" charset="0"/>
              </a:rPr>
              <a:t>Water properties </a:t>
            </a:r>
            <a:r>
              <a:rPr lang="en-US" dirty="0">
                <a:latin typeface="Symbol" panose="05050102010706020507" pitchFamily="18" charset="2"/>
                <a:cs typeface="Arial" panose="020B0604020202020204" pitchFamily="34" charset="0"/>
              </a:rPr>
              <a:t>r</a:t>
            </a:r>
            <a:r>
              <a:rPr lang="en-US" dirty="0">
                <a:latin typeface="Arial" panose="020B0604020202020204" pitchFamily="34" charset="0"/>
                <a:cs typeface="Arial" panose="020B0604020202020204" pitchFamily="34" charset="0"/>
              </a:rPr>
              <a:t>, </a:t>
            </a:r>
            <a:r>
              <a:rPr lang="en-US" dirty="0">
                <a:latin typeface="Symbol" panose="05050102010706020507" pitchFamily="18" charset="2"/>
                <a:cs typeface="Arial" panose="020B0604020202020204" pitchFamily="34" charset="0"/>
              </a:rPr>
              <a:t>n</a:t>
            </a:r>
          </a:p>
          <a:p>
            <a:r>
              <a:rPr lang="en-US" dirty="0">
                <a:latin typeface="Arial" panose="020B0604020202020204" pitchFamily="34" charset="0"/>
                <a:cs typeface="Arial" panose="020B0604020202020204" pitchFamily="34" charset="0"/>
              </a:rPr>
              <a:t>Acceleration of gravity g</a:t>
            </a:r>
          </a:p>
        </p:txBody>
      </p:sp>
      <p:sp>
        <p:nvSpPr>
          <p:cNvPr id="20" name="TextBox 19">
            <a:extLst>
              <a:ext uri="{FF2B5EF4-FFF2-40B4-BE49-F238E27FC236}">
                <a16:creationId xmlns:a16="http://schemas.microsoft.com/office/drawing/2014/main" id="{ADE5FB71-E491-D4BD-09BE-4802B075123E}"/>
              </a:ext>
            </a:extLst>
          </p:cNvPr>
          <p:cNvSpPr txBox="1"/>
          <p:nvPr/>
        </p:nvSpPr>
        <p:spPr>
          <a:xfrm>
            <a:off x="7821917" y="786138"/>
            <a:ext cx="1924214"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Unknowns</a:t>
            </a:r>
          </a:p>
        </p:txBody>
      </p:sp>
      <p:sp>
        <p:nvSpPr>
          <p:cNvPr id="22" name="TextBox 21">
            <a:extLst>
              <a:ext uri="{FF2B5EF4-FFF2-40B4-BE49-F238E27FC236}">
                <a16:creationId xmlns:a16="http://schemas.microsoft.com/office/drawing/2014/main" id="{F4B03FB9-FD29-34F2-74BE-9B9C69238B09}"/>
              </a:ext>
            </a:extLst>
          </p:cNvPr>
          <p:cNvSpPr txBox="1"/>
          <p:nvPr/>
        </p:nvSpPr>
        <p:spPr>
          <a:xfrm>
            <a:off x="7821917" y="1144975"/>
            <a:ext cx="426910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Shear stress acting on the bed </a:t>
            </a:r>
            <a:r>
              <a:rPr lang="en-US" dirty="0">
                <a:latin typeface="Symbol" panose="05050102010706020507" pitchFamily="18" charset="2"/>
                <a:cs typeface="Arial" panose="020B0604020202020204" pitchFamily="34" charset="0"/>
              </a:rPr>
              <a:t>t</a:t>
            </a:r>
            <a:r>
              <a:rPr lang="en-US" baseline="-25000" dirty="0">
                <a:latin typeface="Arial" panose="020B0604020202020204" pitchFamily="34" charset="0"/>
                <a:cs typeface="Arial" panose="020B0604020202020204" pitchFamily="34" charset="0"/>
              </a:rPr>
              <a:t>b</a:t>
            </a:r>
          </a:p>
          <a:p>
            <a:r>
              <a:rPr lang="en-US" dirty="0">
                <a:latin typeface="Arial" panose="020B0604020202020204" pitchFamily="34" charset="0"/>
                <a:cs typeface="Arial" panose="020B0604020202020204" pitchFamily="34" charset="0"/>
              </a:rPr>
              <a:t>Shear stress acting on the wall </a:t>
            </a:r>
            <a:r>
              <a:rPr lang="en-US" dirty="0" err="1">
                <a:latin typeface="Symbol" panose="05050102010706020507" pitchFamily="18" charset="2"/>
                <a:cs typeface="Arial" panose="020B0604020202020204" pitchFamily="34" charset="0"/>
              </a:rPr>
              <a:t>t</a:t>
            </a:r>
            <a:r>
              <a:rPr lang="en-US" baseline="-25000" dirty="0" err="1">
                <a:latin typeface="Arial" panose="020B0604020202020204" pitchFamily="34" charset="0"/>
                <a:cs typeface="Arial" panose="020B0604020202020204" pitchFamily="34" charset="0"/>
              </a:rPr>
              <a:t>w</a:t>
            </a:r>
            <a:endParaRPr lang="en-US" dirty="0">
              <a:latin typeface="Arial" panose="020B0604020202020204" pitchFamily="34" charset="0"/>
              <a:cs typeface="Arial" panose="020B0604020202020204" pitchFamily="34" charset="0"/>
            </a:endParaRPr>
          </a:p>
        </p:txBody>
      </p:sp>
      <p:sp>
        <p:nvSpPr>
          <p:cNvPr id="23" name="Slide Number Placeholder 22">
            <a:extLst>
              <a:ext uri="{FF2B5EF4-FFF2-40B4-BE49-F238E27FC236}">
                <a16:creationId xmlns:a16="http://schemas.microsoft.com/office/drawing/2014/main" id="{0C3EDBD1-56A5-C333-7250-630E5E925E14}"/>
              </a:ext>
            </a:extLst>
          </p:cNvPr>
          <p:cNvSpPr>
            <a:spLocks noGrp="1"/>
          </p:cNvSpPr>
          <p:nvPr>
            <p:ph type="sldNum" sz="quarter" idx="12"/>
          </p:nvPr>
        </p:nvSpPr>
        <p:spPr/>
        <p:txBody>
          <a:bodyPr/>
          <a:lstStyle/>
          <a:p>
            <a:fld id="{4A4F8EDE-F60B-401C-9000-D80EB40E4DA9}" type="slidenum">
              <a:rPr lang="en-US" smtClean="0"/>
              <a:t>14</a:t>
            </a:fld>
            <a:endParaRPr lang="en-US"/>
          </a:p>
        </p:txBody>
      </p:sp>
    </p:spTree>
    <p:extLst>
      <p:ext uri="{BB962C8B-B14F-4D97-AF65-F5344CB8AC3E}">
        <p14:creationId xmlns:p14="http://schemas.microsoft.com/office/powerpoint/2010/main" val="2220577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6569-A6FA-D9C9-0D1B-3A0D4BF1B79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4BDFD3B-53CD-4764-DDF3-33BC33CB340E}"/>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EB3DFEB-D609-A862-9032-EFE38EFE818B}"/>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E5BB73-5148-2C9B-BEFF-3ED130C9FF84}"/>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5482731C-C4F7-1443-4D09-5C03D493CE55}"/>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BA02129-3F05-E54C-2B1A-C88F92DD7FFE}"/>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5E9E235-35C4-E0C6-D26B-2C7E2035D8BA}"/>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1255967-06C0-EA43-686F-A9D0433E7506}"/>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AFB2AEFF-9468-9C06-DD19-D54B24104F48}"/>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C0947DBA-BBD0-BD83-43DC-12E80B915025}"/>
              </a:ext>
            </a:extLst>
          </p:cNvPr>
          <p:cNvSpPr txBox="1"/>
          <p:nvPr/>
        </p:nvSpPr>
        <p:spPr>
          <a:xfrm>
            <a:off x="2870419" y="824498"/>
            <a:ext cx="2767055"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Known parameters</a:t>
            </a:r>
          </a:p>
        </p:txBody>
      </p:sp>
      <p:sp>
        <p:nvSpPr>
          <p:cNvPr id="18" name="TextBox 17">
            <a:extLst>
              <a:ext uri="{FF2B5EF4-FFF2-40B4-BE49-F238E27FC236}">
                <a16:creationId xmlns:a16="http://schemas.microsoft.com/office/drawing/2014/main" id="{CC9A8B15-2E05-6640-7CFB-0108C3420A14}"/>
              </a:ext>
            </a:extLst>
          </p:cNvPr>
          <p:cNvSpPr txBox="1"/>
          <p:nvPr/>
        </p:nvSpPr>
        <p:spPr>
          <a:xfrm>
            <a:off x="2910924" y="1186248"/>
            <a:ext cx="4269104"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Flume width B</a:t>
            </a:r>
          </a:p>
          <a:p>
            <a:r>
              <a:rPr lang="en-US" dirty="0">
                <a:latin typeface="Arial" panose="020B0604020202020204" pitchFamily="34" charset="0"/>
                <a:cs typeface="Arial" panose="020B0604020202020204" pitchFamily="34" charset="0"/>
              </a:rPr>
              <a:t>Water discharge Q</a:t>
            </a:r>
          </a:p>
          <a:p>
            <a:r>
              <a:rPr lang="en-US" dirty="0">
                <a:latin typeface="Arial" panose="020B0604020202020204" pitchFamily="34" charset="0"/>
                <a:cs typeface="Arial" panose="020B0604020202020204" pitchFamily="34" charset="0"/>
              </a:rPr>
              <a:t>Water depth H</a:t>
            </a:r>
          </a:p>
          <a:p>
            <a:r>
              <a:rPr lang="en-US" dirty="0">
                <a:latin typeface="Arial" panose="020B0604020202020204" pitchFamily="34" charset="0"/>
                <a:cs typeface="Arial" panose="020B0604020202020204" pitchFamily="34" charset="0"/>
              </a:rPr>
              <a:t>Bed slope S</a:t>
            </a:r>
          </a:p>
          <a:p>
            <a:r>
              <a:rPr lang="en-US" dirty="0">
                <a:latin typeface="Arial" panose="020B0604020202020204" pitchFamily="34" charset="0"/>
                <a:cs typeface="Arial" panose="020B0604020202020204" pitchFamily="34" charset="0"/>
              </a:rPr>
              <a:t>Sediment properties R,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90</a:t>
            </a:r>
          </a:p>
          <a:p>
            <a:r>
              <a:rPr lang="en-US" dirty="0">
                <a:latin typeface="Arial" panose="020B0604020202020204" pitchFamily="34" charset="0"/>
                <a:cs typeface="Arial" panose="020B0604020202020204" pitchFamily="34" charset="0"/>
              </a:rPr>
              <a:t>Water properties </a:t>
            </a:r>
            <a:r>
              <a:rPr lang="en-US" dirty="0">
                <a:latin typeface="Symbol" panose="05050102010706020507" pitchFamily="18" charset="2"/>
                <a:cs typeface="Arial" panose="020B0604020202020204" pitchFamily="34" charset="0"/>
              </a:rPr>
              <a:t>r</a:t>
            </a:r>
            <a:r>
              <a:rPr lang="en-US" dirty="0">
                <a:latin typeface="Arial" panose="020B0604020202020204" pitchFamily="34" charset="0"/>
                <a:cs typeface="Arial" panose="020B0604020202020204" pitchFamily="34" charset="0"/>
              </a:rPr>
              <a:t>, </a:t>
            </a:r>
            <a:r>
              <a:rPr lang="en-US" dirty="0">
                <a:latin typeface="Symbol" panose="05050102010706020507" pitchFamily="18" charset="2"/>
                <a:cs typeface="Arial" panose="020B0604020202020204" pitchFamily="34" charset="0"/>
              </a:rPr>
              <a:t>n</a:t>
            </a:r>
          </a:p>
          <a:p>
            <a:r>
              <a:rPr lang="en-US" dirty="0">
                <a:latin typeface="Arial" panose="020B0604020202020204" pitchFamily="34" charset="0"/>
                <a:cs typeface="Arial" panose="020B0604020202020204" pitchFamily="34" charset="0"/>
              </a:rPr>
              <a:t>Acceleration of gravity g</a:t>
            </a:r>
          </a:p>
        </p:txBody>
      </p:sp>
      <p:sp>
        <p:nvSpPr>
          <p:cNvPr id="20" name="TextBox 19">
            <a:extLst>
              <a:ext uri="{FF2B5EF4-FFF2-40B4-BE49-F238E27FC236}">
                <a16:creationId xmlns:a16="http://schemas.microsoft.com/office/drawing/2014/main" id="{E1F4B324-021F-8F0A-23D4-D61A1B009BAA}"/>
              </a:ext>
            </a:extLst>
          </p:cNvPr>
          <p:cNvSpPr txBox="1"/>
          <p:nvPr/>
        </p:nvSpPr>
        <p:spPr>
          <a:xfrm>
            <a:off x="7821917" y="786138"/>
            <a:ext cx="1924214"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Unknowns</a:t>
            </a:r>
          </a:p>
        </p:txBody>
      </p:sp>
      <p:sp>
        <p:nvSpPr>
          <p:cNvPr id="22" name="TextBox 21">
            <a:extLst>
              <a:ext uri="{FF2B5EF4-FFF2-40B4-BE49-F238E27FC236}">
                <a16:creationId xmlns:a16="http://schemas.microsoft.com/office/drawing/2014/main" id="{618F5EEA-7C61-29B3-4874-6855107D9748}"/>
              </a:ext>
            </a:extLst>
          </p:cNvPr>
          <p:cNvSpPr txBox="1"/>
          <p:nvPr/>
        </p:nvSpPr>
        <p:spPr>
          <a:xfrm>
            <a:off x="7821917" y="1144975"/>
            <a:ext cx="426910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Shear stress acting on the bed </a:t>
            </a:r>
            <a:r>
              <a:rPr lang="en-US" dirty="0">
                <a:latin typeface="Symbol" panose="05050102010706020507" pitchFamily="18" charset="2"/>
                <a:cs typeface="Arial" panose="020B0604020202020204" pitchFamily="34" charset="0"/>
              </a:rPr>
              <a:t>t</a:t>
            </a:r>
            <a:r>
              <a:rPr lang="en-US" baseline="-25000" dirty="0">
                <a:latin typeface="Arial" panose="020B0604020202020204" pitchFamily="34" charset="0"/>
                <a:cs typeface="Arial" panose="020B0604020202020204" pitchFamily="34" charset="0"/>
              </a:rPr>
              <a:t>b</a:t>
            </a:r>
          </a:p>
          <a:p>
            <a:r>
              <a:rPr lang="en-US" dirty="0">
                <a:latin typeface="Arial" panose="020B0604020202020204" pitchFamily="34" charset="0"/>
                <a:cs typeface="Arial" panose="020B0604020202020204" pitchFamily="34" charset="0"/>
              </a:rPr>
              <a:t>Shear stress acting on the wall </a:t>
            </a:r>
            <a:r>
              <a:rPr lang="en-US" dirty="0" err="1">
                <a:latin typeface="Symbol" panose="05050102010706020507" pitchFamily="18" charset="2"/>
                <a:cs typeface="Arial" panose="020B0604020202020204" pitchFamily="34" charset="0"/>
              </a:rPr>
              <a:t>t</a:t>
            </a:r>
            <a:r>
              <a:rPr lang="en-US" baseline="-25000" dirty="0" err="1">
                <a:latin typeface="Arial" panose="020B0604020202020204" pitchFamily="34" charset="0"/>
                <a:cs typeface="Arial" panose="020B0604020202020204" pitchFamily="34" charset="0"/>
              </a:rPr>
              <a:t>w</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4C1EF7E-7418-0F53-74AB-3DC927E0B6AB}"/>
              </a:ext>
            </a:extLst>
          </p:cNvPr>
          <p:cNvSpPr txBox="1"/>
          <p:nvPr/>
        </p:nvSpPr>
        <p:spPr>
          <a:xfrm>
            <a:off x="535342" y="3661532"/>
            <a:ext cx="2767055"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Main assumptions </a:t>
            </a:r>
          </a:p>
        </p:txBody>
      </p:sp>
      <p:sp>
        <p:nvSpPr>
          <p:cNvPr id="9" name="TextBox 8">
            <a:extLst>
              <a:ext uri="{FF2B5EF4-FFF2-40B4-BE49-F238E27FC236}">
                <a16:creationId xmlns:a16="http://schemas.microsoft.com/office/drawing/2014/main" id="{637F19F7-3F16-A318-DF50-A254652AA721}"/>
              </a:ext>
            </a:extLst>
          </p:cNvPr>
          <p:cNvSpPr txBox="1"/>
          <p:nvPr/>
        </p:nvSpPr>
        <p:spPr>
          <a:xfrm>
            <a:off x="751508" y="4296414"/>
            <a:ext cx="11092070"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cross section is divided in two non-interacting regions, the bed region and the wall region. In these regions, the streamwise component of the gravity force if balanced by the resistive force  (normal flow).</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Mean flow velocity U and energy gradient S are the same in the wall and in the bed region, and in the cross section.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Darcy-Weisbach resistance relation can be applied to each region and to the cross section</a:t>
            </a:r>
          </a:p>
        </p:txBody>
      </p:sp>
      <p:sp>
        <p:nvSpPr>
          <p:cNvPr id="10" name="Slide Number Placeholder 9">
            <a:extLst>
              <a:ext uri="{FF2B5EF4-FFF2-40B4-BE49-F238E27FC236}">
                <a16:creationId xmlns:a16="http://schemas.microsoft.com/office/drawing/2014/main" id="{2CE13E7E-2B2F-2D36-7C08-BF4F1E066380}"/>
              </a:ext>
            </a:extLst>
          </p:cNvPr>
          <p:cNvSpPr>
            <a:spLocks noGrp="1"/>
          </p:cNvSpPr>
          <p:nvPr>
            <p:ph type="sldNum" sz="quarter" idx="12"/>
          </p:nvPr>
        </p:nvSpPr>
        <p:spPr/>
        <p:txBody>
          <a:bodyPr/>
          <a:lstStyle/>
          <a:p>
            <a:fld id="{4A4F8EDE-F60B-401C-9000-D80EB40E4DA9}" type="slidenum">
              <a:rPr lang="en-US" smtClean="0"/>
              <a:t>15</a:t>
            </a:fld>
            <a:endParaRPr lang="en-US"/>
          </a:p>
        </p:txBody>
      </p:sp>
    </p:spTree>
    <p:extLst>
      <p:ext uri="{BB962C8B-B14F-4D97-AF65-F5344CB8AC3E}">
        <p14:creationId xmlns:p14="http://schemas.microsoft.com/office/powerpoint/2010/main" val="512166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0661-E622-F3C3-7C18-0DEDD795451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A0AE820-0B6B-A7CA-29CA-53573DF04DFB}"/>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9180F134-B708-F17D-B5D7-2B3E485B0872}"/>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85E4B23-D7C6-FB34-852A-21ECB5F027CA}"/>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AD1638E6-6EF8-E306-8DAF-72362EAC0FE0}"/>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ED7C4A-8D3E-FF18-6EBC-6C0A3CDBDC98}"/>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5773C2A-B92E-91A6-D684-A74D42B7DDB1}"/>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AC1F19C-A935-45A7-5F1D-C8A2895142AC}"/>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260ECC89-3876-13E9-E709-F1AF59B6A9F4}"/>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B7DEAD45-DB0B-CEB2-73AF-FF272427F66E}"/>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F8EA0B3F-5EE0-9C97-BF66-0D52B3376559}"/>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EA1F074-AF8E-8788-BF55-FEE1BA582BD4}"/>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1EA1F074-AF8E-8788-BF55-FEE1BA582BD4}"/>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6532856-7722-6F4D-E711-0D42A898E182}"/>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76532856-7722-6F4D-E711-0D42A898E182}"/>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545CDF8-7AF5-D309-1F77-3FE111ACEA5F}"/>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B545CDF8-7AF5-D309-1F77-3FE111ACEA5F}"/>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5A60B5A0-A657-FF3D-BDC2-D940FE1CC7E5}"/>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592D63A-B201-3C31-A66D-EE00F75647ED}"/>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9592D63A-B201-3C31-A66D-EE00F75647ED}"/>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3AFCC0A-5914-6C18-A7D1-6E1DCDB53AD4}"/>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F3AFCC0A-5914-6C18-A7D1-6E1DCDB53AD4}"/>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37D0143E-ECEE-FC79-D45E-E8D2E95F25FF}"/>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E4AD01F-BF93-C01B-862B-3D48FD3C0C8F}"/>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5E4AD01F-BF93-C01B-862B-3D48FD3C0C8F}"/>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B0B09435-758C-7D1B-312F-83A2814D1AEA}"/>
              </a:ext>
            </a:extLst>
          </p:cNvPr>
          <p:cNvSpPr txBox="1"/>
          <p:nvPr/>
        </p:nvSpPr>
        <p:spPr>
          <a:xfrm>
            <a:off x="2895019" y="4238961"/>
            <a:ext cx="8610515" cy="733534"/>
          </a:xfrm>
          <a:prstGeom prst="rect">
            <a:avLst/>
          </a:prstGeom>
          <a:noFill/>
        </p:spPr>
        <p:txBody>
          <a:bodyPr wrap="square" rtlCol="0">
            <a:spAutoFit/>
          </a:bodyPr>
          <a:lstStyle/>
          <a:p>
            <a:r>
              <a:rPr lang="en-US" b="1">
                <a:latin typeface="Arial" panose="020B0604020202020204" pitchFamily="34" charset="0"/>
                <a:cs typeface="Arial" panose="020B0604020202020204" pitchFamily="34" charset="0"/>
              </a:rPr>
              <a:t>Equation of conservation of streamwise momentum</a:t>
            </a:r>
          </a:p>
          <a:p>
            <a:pPr>
              <a:lnSpc>
                <a:spcPct val="150000"/>
              </a:lnSpc>
            </a:pPr>
            <a:r>
              <a:rPr lang="en-US">
                <a:latin typeface="Arial" panose="020B0604020202020204" pitchFamily="34" charset="0"/>
                <a:cs typeface="Arial" panose="020B0604020202020204" pitchFamily="34" charset="0"/>
              </a:rPr>
              <a:t>the downstream pull of gravity is balanced by the resistive force on the boundary</a:t>
            </a:r>
            <a:endParaRPr lang="en-US"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89FB708-3A25-0A9A-9A1E-8B1411590FF3}"/>
              </a:ext>
            </a:extLst>
          </p:cNvPr>
          <p:cNvSpPr txBox="1"/>
          <p:nvPr/>
        </p:nvSpPr>
        <p:spPr>
          <a:xfrm>
            <a:off x="535342" y="4994797"/>
            <a:ext cx="2175783"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In the cross section</a:t>
            </a:r>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539C7DB-1F61-C86F-9364-D956FFC172A6}"/>
                  </a:ext>
                </a:extLst>
              </p:cNvPr>
              <p:cNvSpPr txBox="1"/>
              <p:nvPr/>
            </p:nvSpPr>
            <p:spPr>
              <a:xfrm>
                <a:off x="3005594" y="5025574"/>
                <a:ext cx="187166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𝑔𝐴𝑆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0"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τ</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oMath>
                  </m:oMathPara>
                </a14:m>
                <a:endParaRPr lang="en-US" sz="2000" dirty="0"/>
              </a:p>
            </p:txBody>
          </p:sp>
        </mc:Choice>
        <mc:Fallback xmlns="">
          <p:sp>
            <p:nvSpPr>
              <p:cNvPr id="36" name="TextBox 35">
                <a:extLst>
                  <a:ext uri="{FF2B5EF4-FFF2-40B4-BE49-F238E27FC236}">
                    <a16:creationId xmlns:a16="http://schemas.microsoft.com/office/drawing/2014/main" id="{7539C7DB-1F61-C86F-9364-D956FFC172A6}"/>
                  </a:ext>
                </a:extLst>
              </p:cNvPr>
              <p:cNvSpPr txBox="1">
                <a:spLocks noRot="1" noChangeAspect="1" noMove="1" noResize="1" noEditPoints="1" noAdjustHandles="1" noChangeArrowheads="1" noChangeShapeType="1" noTextEdit="1"/>
              </p:cNvSpPr>
              <p:nvPr/>
            </p:nvSpPr>
            <p:spPr>
              <a:xfrm>
                <a:off x="3005594" y="5025574"/>
                <a:ext cx="1871666" cy="307777"/>
              </a:xfrm>
              <a:prstGeom prst="rect">
                <a:avLst/>
              </a:prstGeom>
              <a:blipFill>
                <a:blip r:embed="rId8"/>
                <a:stretch>
                  <a:fillRect l="-2932" r="-1303" b="-31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AEB1D2C-4DE0-D88C-1BB7-1ED0A485CFEC}"/>
                  </a:ext>
                </a:extLst>
              </p:cNvPr>
              <p:cNvSpPr txBox="1"/>
              <p:nvPr/>
            </p:nvSpPr>
            <p:spPr>
              <a:xfrm>
                <a:off x="5247860" y="5025574"/>
                <a:ext cx="6257673" cy="369332"/>
              </a:xfrm>
              <a:prstGeom prst="rect">
                <a:avLst/>
              </a:prstGeom>
              <a:noFill/>
            </p:spPr>
            <p:txBody>
              <a:bodyPr wrap="square" rtlCol="0">
                <a:spAutoFit/>
              </a:bodyPr>
              <a:lstStyle/>
              <a:p>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τ</m:t>
                    </m:r>
                  </m:oMath>
                </a14:m>
                <a:r>
                  <a:rPr lang="en-US" dirty="0"/>
                  <a:t> is the average boundary shear stress in the cross section </a:t>
                </a:r>
              </a:p>
            </p:txBody>
          </p:sp>
        </mc:Choice>
        <mc:Fallback xmlns="">
          <p:sp>
            <p:nvSpPr>
              <p:cNvPr id="37" name="TextBox 36">
                <a:extLst>
                  <a:ext uri="{FF2B5EF4-FFF2-40B4-BE49-F238E27FC236}">
                    <a16:creationId xmlns:a16="http://schemas.microsoft.com/office/drawing/2014/main" id="{0AEB1D2C-4DE0-D88C-1BB7-1ED0A485CFEC}"/>
                  </a:ext>
                </a:extLst>
              </p:cNvPr>
              <p:cNvSpPr txBox="1">
                <a:spLocks noRot="1" noChangeAspect="1" noMove="1" noResize="1" noEditPoints="1" noAdjustHandles="1" noChangeArrowheads="1" noChangeShapeType="1" noTextEdit="1"/>
              </p:cNvSpPr>
              <p:nvPr/>
            </p:nvSpPr>
            <p:spPr>
              <a:xfrm>
                <a:off x="5247860" y="5025574"/>
                <a:ext cx="6257673" cy="369332"/>
              </a:xfrm>
              <a:prstGeom prst="rect">
                <a:avLst/>
              </a:prstGeom>
              <a:blipFill>
                <a:blip r:embed="rId9"/>
                <a:stretch>
                  <a:fillRect t="-6557" b="-26230"/>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41BA119A-5D6F-8EB6-E914-F6C84094DAF8}"/>
              </a:ext>
            </a:extLst>
          </p:cNvPr>
          <p:cNvSpPr txBox="1"/>
          <p:nvPr/>
        </p:nvSpPr>
        <p:spPr>
          <a:xfrm>
            <a:off x="535342" y="5487086"/>
            <a:ext cx="2175783"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In the bed region</a:t>
            </a:r>
            <a:endParaRPr lang="en-US"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EB9E6F8-85B0-1CF2-6D14-93ACFD1AF3B7}"/>
                  </a:ext>
                </a:extLst>
              </p:cNvPr>
              <p:cNvSpPr txBox="1"/>
              <p:nvPr/>
            </p:nvSpPr>
            <p:spPr>
              <a:xfrm>
                <a:off x="2972376" y="5517863"/>
                <a:ext cx="222573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0"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oMath>
                  </m:oMathPara>
                </a14:m>
                <a:endParaRPr lang="en-US" sz="2000" dirty="0"/>
              </a:p>
            </p:txBody>
          </p:sp>
        </mc:Choice>
        <mc:Fallback xmlns="">
          <p:sp>
            <p:nvSpPr>
              <p:cNvPr id="41" name="TextBox 40">
                <a:extLst>
                  <a:ext uri="{FF2B5EF4-FFF2-40B4-BE49-F238E27FC236}">
                    <a16:creationId xmlns:a16="http://schemas.microsoft.com/office/drawing/2014/main" id="{BEB9E6F8-85B0-1CF2-6D14-93ACFD1AF3B7}"/>
                  </a:ext>
                </a:extLst>
              </p:cNvPr>
              <p:cNvSpPr txBox="1">
                <a:spLocks noRot="1" noChangeAspect="1" noMove="1" noResize="1" noEditPoints="1" noAdjustHandles="1" noChangeArrowheads="1" noChangeShapeType="1" noTextEdit="1"/>
              </p:cNvSpPr>
              <p:nvPr/>
            </p:nvSpPr>
            <p:spPr>
              <a:xfrm>
                <a:off x="2972376" y="5517863"/>
                <a:ext cx="2225738" cy="307777"/>
              </a:xfrm>
              <a:prstGeom prst="rect">
                <a:avLst/>
              </a:prstGeom>
              <a:blipFill>
                <a:blip r:embed="rId10"/>
                <a:stretch>
                  <a:fillRect l="-2466" r="-822" b="-23529"/>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728E6DFD-5862-26C1-DA57-7820EF9A0617}"/>
              </a:ext>
            </a:extLst>
          </p:cNvPr>
          <p:cNvSpPr txBox="1"/>
          <p:nvPr/>
        </p:nvSpPr>
        <p:spPr>
          <a:xfrm>
            <a:off x="535342" y="5979375"/>
            <a:ext cx="2175783"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In the </a:t>
            </a:r>
            <a:r>
              <a:rPr lang="en-US" dirty="0">
                <a:latin typeface="Arial" panose="020B0604020202020204" pitchFamily="34" charset="0"/>
                <a:cs typeface="Arial" panose="020B0604020202020204" pitchFamily="34" charset="0"/>
              </a:rPr>
              <a:t>wall</a:t>
            </a:r>
            <a:r>
              <a:rPr lang="en-US" sz="1800" dirty="0">
                <a:latin typeface="Arial" panose="020B0604020202020204" pitchFamily="34" charset="0"/>
                <a:cs typeface="Arial" panose="020B0604020202020204" pitchFamily="34" charset="0"/>
              </a:rPr>
              <a:t> region</a:t>
            </a:r>
            <a:endParaRPr lang="en-US"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2896E97-D3BE-094D-9231-2321EB1B042D}"/>
                  </a:ext>
                </a:extLst>
              </p:cNvPr>
              <p:cNvSpPr txBox="1"/>
              <p:nvPr/>
            </p:nvSpPr>
            <p:spPr>
              <a:xfrm>
                <a:off x="2972376" y="6000859"/>
                <a:ext cx="23490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𝑤</m:t>
                          </m:r>
                        </m:sub>
                      </m:sSub>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0"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oMath>
                  </m:oMathPara>
                </a14:m>
                <a:endParaRPr lang="en-US" sz="2000" dirty="0"/>
              </a:p>
            </p:txBody>
          </p:sp>
        </mc:Choice>
        <mc:Fallback xmlns="">
          <p:sp>
            <p:nvSpPr>
              <p:cNvPr id="45" name="TextBox 44">
                <a:extLst>
                  <a:ext uri="{FF2B5EF4-FFF2-40B4-BE49-F238E27FC236}">
                    <a16:creationId xmlns:a16="http://schemas.microsoft.com/office/drawing/2014/main" id="{C2896E97-D3BE-094D-9231-2321EB1B042D}"/>
                  </a:ext>
                </a:extLst>
              </p:cNvPr>
              <p:cNvSpPr txBox="1">
                <a:spLocks noRot="1" noChangeAspect="1" noMove="1" noResize="1" noEditPoints="1" noAdjustHandles="1" noChangeArrowheads="1" noChangeShapeType="1" noTextEdit="1"/>
              </p:cNvSpPr>
              <p:nvPr/>
            </p:nvSpPr>
            <p:spPr>
              <a:xfrm>
                <a:off x="2972376" y="6000859"/>
                <a:ext cx="2349040" cy="307777"/>
              </a:xfrm>
              <a:prstGeom prst="rect">
                <a:avLst/>
              </a:prstGeom>
              <a:blipFill>
                <a:blip r:embed="rId11"/>
                <a:stretch>
                  <a:fillRect l="-1818" r="-519" b="-23529"/>
                </a:stretch>
              </a:blipFill>
            </p:spPr>
            <p:txBody>
              <a:bodyPr/>
              <a:lstStyle/>
              <a:p>
                <a:r>
                  <a:rPr lang="en-US">
                    <a:noFill/>
                  </a:rPr>
                  <a:t> </a:t>
                </a:r>
              </a:p>
            </p:txBody>
          </p:sp>
        </mc:Fallback>
      </mc:AlternateContent>
      <p:sp>
        <p:nvSpPr>
          <p:cNvPr id="46" name="Slide Number Placeholder 45">
            <a:extLst>
              <a:ext uri="{FF2B5EF4-FFF2-40B4-BE49-F238E27FC236}">
                <a16:creationId xmlns:a16="http://schemas.microsoft.com/office/drawing/2014/main" id="{BE13DF9B-8D6A-7281-19D6-926EFF1A4E3D}"/>
              </a:ext>
            </a:extLst>
          </p:cNvPr>
          <p:cNvSpPr>
            <a:spLocks noGrp="1"/>
          </p:cNvSpPr>
          <p:nvPr>
            <p:ph type="sldNum" sz="quarter" idx="12"/>
          </p:nvPr>
        </p:nvSpPr>
        <p:spPr/>
        <p:txBody>
          <a:bodyPr/>
          <a:lstStyle/>
          <a:p>
            <a:fld id="{4A4F8EDE-F60B-401C-9000-D80EB40E4DA9}" type="slidenum">
              <a:rPr lang="en-US" smtClean="0"/>
              <a:t>16</a:t>
            </a:fld>
            <a:endParaRPr lang="en-US"/>
          </a:p>
        </p:txBody>
      </p:sp>
    </p:spTree>
    <p:extLst>
      <p:ext uri="{BB962C8B-B14F-4D97-AF65-F5344CB8AC3E}">
        <p14:creationId xmlns:p14="http://schemas.microsoft.com/office/powerpoint/2010/main" val="2617578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8B55-F8AE-DD7C-9A51-94E00E2E169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986192D-5767-E645-6C7F-F9AFE614F5FD}"/>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CC424C4-42CE-759C-2D31-F7318FA38D4A}"/>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EB0BA46-BCAA-12DE-1502-A23BADA44E13}"/>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39D69740-F6C4-F707-777A-5C663106C64F}"/>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C67CDF9-6BBA-7D1E-49A2-8520EB920320}"/>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D6D6B13-7148-B7D6-92DE-4C017586EBE5}"/>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607F068-E285-3A8B-F898-D575402CCBE9}"/>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C34E3F67-0D1B-52CF-5DA2-93D63832F32F}"/>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82961017-86C4-C859-B366-B727C4C462E4}"/>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F5F0676B-3034-1DAC-F0D4-DB28CE7B8A49}"/>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D6E0E00-7031-74B9-62BB-3D9A468B0BCD}"/>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3D6E0E00-7031-74B9-62BB-3D9A468B0BCD}"/>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547B2F3-4763-9973-F610-0B1900D03B78}"/>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6547B2F3-4763-9973-F610-0B1900D03B78}"/>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5140A87-C9C5-BB28-8F9B-96ACB4909195}"/>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E5140A87-C9C5-BB28-8F9B-96ACB4909195}"/>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D120EEF-4754-81FD-AE34-9CC628E59521}"/>
              </a:ext>
            </a:extLst>
          </p:cNvPr>
          <p:cNvSpPr>
            <a:spLocks noGrp="1"/>
          </p:cNvSpPr>
          <p:nvPr>
            <p:ph type="sldNum" sz="quarter" idx="12"/>
          </p:nvPr>
        </p:nvSpPr>
        <p:spPr/>
        <p:txBody>
          <a:bodyPr/>
          <a:lstStyle/>
          <a:p>
            <a:fld id="{4A4F8EDE-F60B-401C-9000-D80EB40E4DA9}" type="slidenum">
              <a:rPr lang="en-US" smtClean="0"/>
              <a:t>17</a:t>
            </a:fld>
            <a:endParaRPr lang="en-US"/>
          </a:p>
        </p:txBody>
      </p:sp>
    </p:spTree>
    <p:extLst>
      <p:ext uri="{BB962C8B-B14F-4D97-AF65-F5344CB8AC3E}">
        <p14:creationId xmlns:p14="http://schemas.microsoft.com/office/powerpoint/2010/main" val="160899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DE13-27DD-C37D-2533-9BEF46FCB6E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9510026-FD4D-37C2-18B0-9AB182F4BC68}"/>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A2770FA-FA79-1B5F-68B2-A4F57FBAA4A7}"/>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8DB17F4-950A-7D9D-3457-CC159303176C}"/>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C0468785-2BBB-9877-D6CA-AFCB5A1E4B28}"/>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413D81A-56A1-47C9-5D24-DE551425DCC2}"/>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689194C-DCD7-74E9-C8E9-B03B8DE53E0E}"/>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D342FEB-8D6B-F78F-7883-2B2B40F58EB1}"/>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12D4A2E7-18CD-BEBF-1865-490CB53FC541}"/>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4410ACBC-3F8D-7A73-223A-D09C56282157}"/>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7F18C6A2-1803-A5CD-857E-615B9D79087F}"/>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68C4B7E-B133-0E71-DFA4-3DAAB9FA072B}"/>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F68C4B7E-B133-0E71-DFA4-3DAAB9FA072B}"/>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EF8D6B3-A971-1BEF-7C78-4A8B7958AE10}"/>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DEF8D6B3-A971-1BEF-7C78-4A8B7958AE10}"/>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275E5D8-EFFD-C66F-714D-8D27E916BD01}"/>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E275E5D8-EFFD-C66F-714D-8D27E916BD01}"/>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1C87BCA0-C48D-568B-2125-DB2AF53077C3}"/>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C336889-8185-6BBC-8CDE-0FD624AC19C0}"/>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5C336889-8185-6BBC-8CDE-0FD624AC19C0}"/>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BFCA89D-E798-DFC8-5656-61349A64AB7F}"/>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9BFCA89D-E798-DFC8-5656-61349A64AB7F}"/>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0183DD19-7194-21DC-4CA7-54DCF74BF061}"/>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1719C57-A88E-E502-87B3-D7B24B0F21BF}"/>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D1719C57-A88E-E502-87B3-D7B24B0F21BF}"/>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ED342A0-7C1B-9625-DFB3-7F8CE81D9214}"/>
              </a:ext>
            </a:extLst>
          </p:cNvPr>
          <p:cNvSpPr>
            <a:spLocks noGrp="1"/>
          </p:cNvSpPr>
          <p:nvPr>
            <p:ph type="sldNum" sz="quarter" idx="12"/>
          </p:nvPr>
        </p:nvSpPr>
        <p:spPr/>
        <p:txBody>
          <a:bodyPr/>
          <a:lstStyle/>
          <a:p>
            <a:fld id="{4A4F8EDE-F60B-401C-9000-D80EB40E4DA9}" type="slidenum">
              <a:rPr lang="en-US" smtClean="0"/>
              <a:t>18</a:t>
            </a:fld>
            <a:endParaRPr lang="en-US"/>
          </a:p>
        </p:txBody>
      </p:sp>
    </p:spTree>
    <p:extLst>
      <p:ext uri="{BB962C8B-B14F-4D97-AF65-F5344CB8AC3E}">
        <p14:creationId xmlns:p14="http://schemas.microsoft.com/office/powerpoint/2010/main" val="750125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427D6-507A-0413-2F92-E335E2BA412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E1BDD4F-9673-6582-ABFB-0955C73CA65F}"/>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04921E4-AB2D-26C6-57C3-6FC89D3AEFDE}"/>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3830043-0B9C-01F7-401A-77BBAB3ECC97}"/>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11D00DEA-C7AE-880A-3833-3F15C15CE78E}"/>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1D5A007-15F9-0B3F-0F45-E6D963C4C793}"/>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8F3B4B8-A299-BCB9-1FDD-6DA4AABB604D}"/>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BABF68D-9FD8-8DC8-2944-E67C06E99118}"/>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F9EB38E4-D351-F765-701D-79924DB56ABF}"/>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79CD53D5-7F3A-4DD6-1F82-8960ECB6EE71}"/>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31D48178-7418-98EB-3477-7AB69283CC26}"/>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499A7C9-63CC-3F50-1B42-872248ADC507}"/>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D499A7C9-63CC-3F50-1B42-872248ADC507}"/>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6E39046-4573-7730-5531-C2F659686026}"/>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56E39046-4573-7730-5531-C2F659686026}"/>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6FAF5C0-591B-5BB3-3304-1D9B07C7314C}"/>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46FAF5C0-591B-5BB3-3304-1D9B07C7314C}"/>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6203B1CF-AAAF-D9AE-69E2-D95F061BE34F}"/>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0375036-A166-79AC-2417-92CDF8EDB48E}"/>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60375036-A166-79AC-2417-92CDF8EDB48E}"/>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4716319-3399-0BEB-2B89-AE40BB0435BF}"/>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D4716319-3399-0BEB-2B89-AE40BB0435BF}"/>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5DAF26E5-87AA-65AB-810F-476867A55BCD}"/>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6C989F5-09CC-8914-7FC8-48105C60F704}"/>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46C989F5-09CC-8914-7FC8-48105C60F704}"/>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52ED81EB-DE47-77E4-ADC7-E4EAD16C9B9C}"/>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p:sp>
        <p:nvSpPr>
          <p:cNvPr id="35" name="TextBox 34">
            <a:extLst>
              <a:ext uri="{FF2B5EF4-FFF2-40B4-BE49-F238E27FC236}">
                <a16:creationId xmlns:a16="http://schemas.microsoft.com/office/drawing/2014/main" id="{31899231-514F-B9FC-DB2B-38548C17584E}"/>
              </a:ext>
            </a:extLst>
          </p:cNvPr>
          <p:cNvSpPr txBox="1"/>
          <p:nvPr/>
        </p:nvSpPr>
        <p:spPr>
          <a:xfrm>
            <a:off x="535342" y="4994797"/>
            <a:ext cx="11121270"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Subtracting the equations of conservation in the bed and wall regions from the equation of conservation in the cross section it is found that </a:t>
            </a:r>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2BBFC5A-5AD0-D1B1-F050-57CE783ED22B}"/>
                  </a:ext>
                </a:extLst>
              </p:cNvPr>
              <p:cNvSpPr txBox="1"/>
              <p:nvPr/>
            </p:nvSpPr>
            <p:spPr>
              <a:xfrm>
                <a:off x="751508" y="5686453"/>
                <a:ext cx="6817892" cy="307777"/>
              </a:xfrm>
              <a:prstGeom prst="rect">
                <a:avLst/>
              </a:prstGeom>
              <a:noFill/>
            </p:spPr>
            <p:txBody>
              <a:bodyPr wrap="none" lIns="0" tIns="0" rIns="0" bIns="0"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𝑔𝐴𝑆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𝐴</m:t>
                        </m:r>
                      </m:e>
                      <m:sub>
                        <m:r>
                          <a:rPr lang="en-US" sz="2000" b="0" i="1" smtClean="0">
                            <a:latin typeface="Cambria Math" panose="02040503050406030204" pitchFamily="18" charset="0"/>
                            <a:ea typeface="Cambria Math" panose="02040503050406030204" pitchFamily="18" charset="0"/>
                          </a:rPr>
                          <m:t>𝑤</m:t>
                        </m:r>
                      </m:sub>
                    </m:sSub>
                    <m:r>
                      <a:rPr lang="en-US" sz="2000" b="0" i="1" smtClean="0">
                        <a:latin typeface="Cambria Math" panose="02040503050406030204" pitchFamily="18" charset="0"/>
                        <a:ea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0"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τ</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oMath>
                </a14:m>
                <a:endParaRPr lang="en-US" sz="2000" dirty="0"/>
              </a:p>
            </p:txBody>
          </p:sp>
        </mc:Choice>
        <mc:Fallback xmlns="">
          <p:sp>
            <p:nvSpPr>
              <p:cNvPr id="36" name="TextBox 35">
                <a:extLst>
                  <a:ext uri="{FF2B5EF4-FFF2-40B4-BE49-F238E27FC236}">
                    <a16:creationId xmlns:a16="http://schemas.microsoft.com/office/drawing/2014/main" id="{A2BBFC5A-5AD0-D1B1-F050-57CE783ED22B}"/>
                  </a:ext>
                </a:extLst>
              </p:cNvPr>
              <p:cNvSpPr txBox="1">
                <a:spLocks noRot="1" noChangeAspect="1" noMove="1" noResize="1" noEditPoints="1" noAdjustHandles="1" noChangeArrowheads="1" noChangeShapeType="1" noTextEdit="1"/>
              </p:cNvSpPr>
              <p:nvPr/>
            </p:nvSpPr>
            <p:spPr>
              <a:xfrm>
                <a:off x="751508" y="5686453"/>
                <a:ext cx="6817892" cy="307777"/>
              </a:xfrm>
              <a:prstGeom prst="rect">
                <a:avLst/>
              </a:prstGeom>
              <a:blipFill>
                <a:blip r:embed="rId8"/>
                <a:stretch>
                  <a:fillRect l="-1340" b="-3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32BCB1-0009-1E19-1714-3DDD78DCA4D6}"/>
                  </a:ext>
                </a:extLst>
              </p:cNvPr>
              <p:cNvSpPr txBox="1"/>
              <p:nvPr/>
            </p:nvSpPr>
            <p:spPr>
              <a:xfrm>
                <a:off x="751508" y="6167631"/>
                <a:ext cx="4361515" cy="307777"/>
              </a:xfrm>
              <a:prstGeom prst="rect">
                <a:avLst/>
              </a:prstGeom>
              <a:noFill/>
            </p:spPr>
            <p:txBody>
              <a:bodyPr wrap="none" lIns="0" tIns="0" rIns="0" bIns="0"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𝑔𝑆</m:t>
                    </m:r>
                    <m:d>
                      <m:dPr>
                        <m:ctrlPr>
                          <a:rPr lang="en-US" sz="2000" b="0" i="1" smtClean="0">
                            <a:latin typeface="Cambria Math" panose="02040503050406030204" pitchFamily="18" charset="0"/>
                            <a:ea typeface="Cambria Math" panose="02040503050406030204" pitchFamily="18" charset="0"/>
                          </a:rPr>
                        </m:ctrlPr>
                      </m:dPr>
                      <m:e>
                        <m:r>
                          <a:rPr lang="en-US" sz="2000" b="0" i="1" smtClean="0">
                            <a:solidFill>
                              <a:srgbClr val="FF0000"/>
                            </a:solidFill>
                            <a:latin typeface="Cambria Math" panose="02040503050406030204" pitchFamily="18" charset="0"/>
                            <a:ea typeface="Cambria Math" panose="02040503050406030204" pitchFamily="18" charset="0"/>
                          </a:rPr>
                          <m:t>𝐴</m:t>
                        </m:r>
                        <m:r>
                          <a:rPr lang="en-US" sz="2000" b="0" i="1" smtClean="0">
                            <a:solidFill>
                              <a:srgbClr val="FF0000"/>
                            </a:solidFill>
                            <a:latin typeface="Cambria Math" panose="02040503050406030204" pitchFamily="18" charset="0"/>
                            <a:ea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𝐴</m:t>
                            </m:r>
                          </m:e>
                          <m:sub>
                            <m:r>
                              <a:rPr lang="en-US" sz="2000" b="0" i="1" smtClean="0">
                                <a:solidFill>
                                  <a:srgbClr val="FF0000"/>
                                </a:solidFill>
                                <a:latin typeface="Cambria Math" panose="02040503050406030204" pitchFamily="18" charset="0"/>
                              </a:rPr>
                              <m:t>𝑏</m:t>
                            </m:r>
                          </m:sub>
                        </m:sSub>
                        <m:r>
                          <a:rPr lang="en-US" sz="2000" b="0" i="1" smtClean="0">
                            <a:solidFill>
                              <a:srgbClr val="FF0000"/>
                            </a:solidFill>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𝐴</m:t>
                            </m:r>
                          </m:e>
                          <m:sub>
                            <m:r>
                              <a:rPr lang="en-US" sz="2000" b="0" i="1" smtClean="0">
                                <a:solidFill>
                                  <a:srgbClr val="FF0000"/>
                                </a:solidFill>
                                <a:latin typeface="Cambria Math" panose="02040503050406030204" pitchFamily="18" charset="0"/>
                              </a:rPr>
                              <m:t>𝑤</m:t>
                            </m:r>
                          </m:sub>
                        </m:sSub>
                      </m:e>
                    </m:d>
                    <m:r>
                      <a:rPr lang="en-US" sz="2000" b="0" i="0"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τ</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sz="2000" dirty="0"/>
              </a:p>
            </p:txBody>
          </p:sp>
        </mc:Choice>
        <mc:Fallback xmlns="">
          <p:sp>
            <p:nvSpPr>
              <p:cNvPr id="5" name="TextBox 4">
                <a:extLst>
                  <a:ext uri="{FF2B5EF4-FFF2-40B4-BE49-F238E27FC236}">
                    <a16:creationId xmlns:a16="http://schemas.microsoft.com/office/drawing/2014/main" id="{F932BCB1-0009-1E19-1714-3DDD78DCA4D6}"/>
                  </a:ext>
                </a:extLst>
              </p:cNvPr>
              <p:cNvSpPr txBox="1">
                <a:spLocks noRot="1" noChangeAspect="1" noMove="1" noResize="1" noEditPoints="1" noAdjustHandles="1" noChangeArrowheads="1" noChangeShapeType="1" noTextEdit="1"/>
              </p:cNvSpPr>
              <p:nvPr/>
            </p:nvSpPr>
            <p:spPr>
              <a:xfrm>
                <a:off x="751508" y="6167631"/>
                <a:ext cx="4361515" cy="307777"/>
              </a:xfrm>
              <a:prstGeom prst="rect">
                <a:avLst/>
              </a:prstGeom>
              <a:blipFill>
                <a:blip r:embed="rId9"/>
                <a:stretch>
                  <a:fillRect l="-2095" b="-34000"/>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5F320360-E3E0-AE15-7449-D1F99285FB10}"/>
              </a:ext>
            </a:extLst>
          </p:cNvPr>
          <p:cNvSpPr txBox="1"/>
          <p:nvPr/>
        </p:nvSpPr>
        <p:spPr>
          <a:xfrm>
            <a:off x="1636202" y="6475408"/>
            <a:ext cx="1296063" cy="369332"/>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 0</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2554ABB-CF6C-D951-5605-3838F42CE1CB}"/>
                  </a:ext>
                </a:extLst>
              </p:cNvPr>
              <p:cNvSpPr txBox="1"/>
              <p:nvPr/>
            </p:nvSpPr>
            <p:spPr>
              <a:xfrm>
                <a:off x="6370983" y="6264478"/>
                <a:ext cx="6094674" cy="400110"/>
              </a:xfrm>
              <a:prstGeom prst="rect">
                <a:avLst/>
              </a:prstGeom>
              <a:noFill/>
            </p:spPr>
            <p:txBody>
              <a:bodyPr wrap="square">
                <a:spAutoFit/>
              </a:bodyPr>
              <a:lstStyle/>
              <a:p>
                <a14:m>
                  <m:oMath xmlns:m="http://schemas.openxmlformats.org/officeDocument/2006/math">
                    <m:r>
                      <m:rPr>
                        <m:sty m:val="p"/>
                      </m:rPr>
                      <a:rPr lang="el-GR" sz="2000" b="0" i="1" smtClean="0">
                        <a:latin typeface="Cambria Math" panose="02040503050406030204" pitchFamily="18" charset="0"/>
                        <a:ea typeface="Cambria Math" panose="02040503050406030204" pitchFamily="18" charset="0"/>
                      </a:rPr>
                      <m:t>τ</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32" name="TextBox 31">
                <a:extLst>
                  <a:ext uri="{FF2B5EF4-FFF2-40B4-BE49-F238E27FC236}">
                    <a16:creationId xmlns:a16="http://schemas.microsoft.com/office/drawing/2014/main" id="{82554ABB-CF6C-D951-5605-3838F42CE1CB}"/>
                  </a:ext>
                </a:extLst>
              </p:cNvPr>
              <p:cNvSpPr txBox="1">
                <a:spLocks noRot="1" noChangeAspect="1" noMove="1" noResize="1" noEditPoints="1" noAdjustHandles="1" noChangeArrowheads="1" noChangeShapeType="1" noTextEdit="1"/>
              </p:cNvSpPr>
              <p:nvPr/>
            </p:nvSpPr>
            <p:spPr>
              <a:xfrm>
                <a:off x="6370983" y="6264478"/>
                <a:ext cx="6094674" cy="400110"/>
              </a:xfrm>
              <a:prstGeom prst="rect">
                <a:avLst/>
              </a:prstGeom>
              <a:blipFill>
                <a:blip r:embed="rId10"/>
                <a:stretch>
                  <a:fillRect b="-1538"/>
                </a:stretch>
              </a:blipFill>
            </p:spPr>
            <p:txBody>
              <a:bodyPr/>
              <a:lstStyle/>
              <a:p>
                <a:r>
                  <a:rPr lang="en-US">
                    <a:noFill/>
                  </a:rPr>
                  <a:t> </a:t>
                </a:r>
              </a:p>
            </p:txBody>
          </p:sp>
        </mc:Fallback>
      </mc:AlternateContent>
      <p:sp>
        <p:nvSpPr>
          <p:cNvPr id="34" name="Slide Number Placeholder 33">
            <a:extLst>
              <a:ext uri="{FF2B5EF4-FFF2-40B4-BE49-F238E27FC236}">
                <a16:creationId xmlns:a16="http://schemas.microsoft.com/office/drawing/2014/main" id="{21D85F3A-B168-4D0B-91E4-782264B78D41}"/>
              </a:ext>
            </a:extLst>
          </p:cNvPr>
          <p:cNvSpPr>
            <a:spLocks noGrp="1"/>
          </p:cNvSpPr>
          <p:nvPr>
            <p:ph type="sldNum" sz="quarter" idx="12"/>
          </p:nvPr>
        </p:nvSpPr>
        <p:spPr/>
        <p:txBody>
          <a:bodyPr/>
          <a:lstStyle/>
          <a:p>
            <a:fld id="{4A4F8EDE-F60B-401C-9000-D80EB40E4DA9}" type="slidenum">
              <a:rPr lang="en-US" smtClean="0"/>
              <a:t>19</a:t>
            </a:fld>
            <a:endParaRPr lang="en-US"/>
          </a:p>
        </p:txBody>
      </p:sp>
    </p:spTree>
    <p:extLst>
      <p:ext uri="{BB962C8B-B14F-4D97-AF65-F5344CB8AC3E}">
        <p14:creationId xmlns:p14="http://schemas.microsoft.com/office/powerpoint/2010/main" val="3987767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C9E52-2F07-E8A1-3A49-1C1600AC7F8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2A25E1E-0EBA-89AC-DCE5-96EA7E237F9F}"/>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2AD303B-0B01-0CD5-49B2-ADC02CF0BD35}"/>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A08BB0D-9555-CE44-4421-46D4A625B46F}"/>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4E45C9F0-F7C9-AA45-A765-9169028817D5}"/>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9530C24-7963-FA02-C217-43202DD41777}"/>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3245F86-6B5E-07D3-3014-290460EB7D88}"/>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EFDCF2B-3728-42FF-3DD9-9FFDFFB02401}"/>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80F006CE-5792-F596-20E0-FCE5CEF8F188}"/>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3370BEFA-3D09-6EF7-F99C-3EDFC345D967}"/>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7CA00A16-4724-E4BF-F8D0-3ACDE1F69AAD}"/>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289CC3-44F9-B84C-3C30-6183A5301CC5}"/>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29289CC3-44F9-B84C-3C30-6183A5301CC5}"/>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18BCE84-6BC6-4A3E-7303-51088FABB652}"/>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818BCE84-6BC6-4A3E-7303-51088FABB652}"/>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A40BA1C-B5C2-E0CC-EC1C-D4E0100AC239}"/>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6A40BA1C-B5C2-E0CC-EC1C-D4E0100AC239}"/>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D4FEA90C-B3BC-752F-9AC7-19B1C568223B}"/>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CE49E-1CC7-CA84-D6E0-FEFF8A80ECF3}"/>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4E4CE49E-1CC7-CA84-D6E0-FEFF8A80ECF3}"/>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E27944E-EB0D-18BE-B4D5-5A3B4DEF2741}"/>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AE27944E-EB0D-18BE-B4D5-5A3B4DEF2741}"/>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F76B3712-ED66-6D9C-1060-18627FCEDA01}"/>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993244C-0A7B-DE53-B8C6-4AC9C6E851F2}"/>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3993244C-0A7B-DE53-B8C6-4AC9C6E851F2}"/>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9F82A588-1013-8292-0250-AD19AC57BBA0}"/>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2D4676A-E766-A70C-AFDF-CF17E25D4A8D}"/>
                  </a:ext>
                </a:extLst>
              </p:cNvPr>
              <p:cNvSpPr txBox="1"/>
              <p:nvPr/>
            </p:nvSpPr>
            <p:spPr>
              <a:xfrm>
                <a:off x="3005594" y="4985494"/>
                <a:ext cx="2409244" cy="400110"/>
              </a:xfrm>
              <a:prstGeom prst="rect">
                <a:avLst/>
              </a:prstGeom>
              <a:noFill/>
            </p:spPr>
            <p:txBody>
              <a:bodyPr wrap="square">
                <a:spAutoFit/>
              </a:bodyPr>
              <a:lstStyle/>
              <a:p>
                <a14:m>
                  <m:oMath xmlns:m="http://schemas.openxmlformats.org/officeDocument/2006/math">
                    <m:r>
                      <m:rPr>
                        <m:sty m:val="p"/>
                      </m:rPr>
                      <a:rPr lang="el-GR" sz="2000" b="0" i="1" smtClean="0">
                        <a:latin typeface="Cambria Math" panose="02040503050406030204" pitchFamily="18" charset="0"/>
                        <a:ea typeface="Cambria Math" panose="02040503050406030204" pitchFamily="18" charset="0"/>
                      </a:rPr>
                      <m:t>τ</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m:rPr>
                            <m:sty m:val="p"/>
                          </m:rPr>
                          <a:rPr lang="el-GR" sz="2000" b="0" i="1" smtClean="0">
                            <a:latin typeface="Cambria Math" panose="02040503050406030204" pitchFamily="18" charset="0"/>
                            <a:ea typeface="Cambria Math" panose="02040503050406030204" pitchFamily="18" charset="0"/>
                          </a:rPr>
                          <m:t>τ</m:t>
                        </m:r>
                      </m:e>
                      <m:sub>
                        <m:r>
                          <a:rPr lang="en-US" sz="2000" b="0" i="1" smtClean="0">
                            <a:latin typeface="Cambria Math" panose="02040503050406030204" pitchFamily="18" charset="0"/>
                            <a:ea typeface="Cambria Math" panose="02040503050406030204" pitchFamily="18" charset="0"/>
                          </a:rPr>
                          <m:t>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32" name="TextBox 31">
                <a:extLst>
                  <a:ext uri="{FF2B5EF4-FFF2-40B4-BE49-F238E27FC236}">
                    <a16:creationId xmlns:a16="http://schemas.microsoft.com/office/drawing/2014/main" id="{92D4676A-E766-A70C-AFDF-CF17E25D4A8D}"/>
                  </a:ext>
                </a:extLst>
              </p:cNvPr>
              <p:cNvSpPr txBox="1">
                <a:spLocks noRot="1" noChangeAspect="1" noMove="1" noResize="1" noEditPoints="1" noAdjustHandles="1" noChangeArrowheads="1" noChangeShapeType="1" noTextEdit="1"/>
              </p:cNvSpPr>
              <p:nvPr/>
            </p:nvSpPr>
            <p:spPr>
              <a:xfrm>
                <a:off x="3005594" y="4985494"/>
                <a:ext cx="2409244" cy="400110"/>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CE820E-E971-CAFF-420E-F10BF1223E87}"/>
                  </a:ext>
                </a:extLst>
              </p:cNvPr>
              <p:cNvSpPr txBox="1"/>
              <p:nvPr/>
            </p:nvSpPr>
            <p:spPr>
              <a:xfrm>
                <a:off x="5822263" y="5316979"/>
                <a:ext cx="6298584" cy="397096"/>
              </a:xfrm>
              <a:prstGeom prst="rect">
                <a:avLst/>
              </a:prstGeom>
              <a:noFill/>
            </p:spPr>
            <p:txBody>
              <a:bodyPr wrap="none" rtlCol="0">
                <a:spAutoFit/>
              </a:bodyPr>
              <a:lstStyle/>
              <a:p>
                <a:r>
                  <a:rPr lang="en-US" dirty="0"/>
                  <a:t>Recalling that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𝜏</m:t>
                        </m:r>
                      </m:e>
                      <m:sub>
                        <m:r>
                          <a:rPr lang="en-US" b="0" i="1" smtClean="0">
                            <a:latin typeface="Cambria Math" panose="02040503050406030204" pitchFamily="18" charset="0"/>
                            <a:ea typeface="Cambria Math" panose="02040503050406030204" pitchFamily="18" charset="0"/>
                          </a:rPr>
                          <m:t>𝑏</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𝑓</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𝑈</m:t>
                        </m:r>
                      </m:e>
                      <m:sup>
                        <m:r>
                          <a:rPr lang="en-US" b="0" i="1" smtClean="0">
                            <a:latin typeface="Cambria Math" panose="02040503050406030204" pitchFamily="18" charset="0"/>
                            <a:ea typeface="Cambria Math" panose="02040503050406030204" pitchFamily="18" charset="0"/>
                          </a:rPr>
                          <m:t>2</m:t>
                        </m:r>
                      </m:sup>
                    </m:sSup>
                  </m:oMath>
                </a14:m>
                <a:r>
                  <a:rPr lang="en-US" dirty="0"/>
                  <a:t> and that </a:t>
                </a:r>
                <a14:m>
                  <m:oMath xmlns:m="http://schemas.openxmlformats.org/officeDocument/2006/math">
                    <m:r>
                      <a:rPr lang="en-US" i="1" dirty="0" smtClean="0">
                        <a:latin typeface="Cambria Math" panose="02040503050406030204" pitchFamily="18" charset="0"/>
                      </a:rPr>
                      <m:t>𝑈</m:t>
                    </m:r>
                  </m:oMath>
                </a14:m>
                <a:r>
                  <a:rPr lang="en-US" dirty="0"/>
                  <a:t> is the same in all regions</a:t>
                </a:r>
              </a:p>
            </p:txBody>
          </p:sp>
        </mc:Choice>
        <mc:Fallback xmlns="">
          <p:sp>
            <p:nvSpPr>
              <p:cNvPr id="2" name="TextBox 1">
                <a:extLst>
                  <a:ext uri="{FF2B5EF4-FFF2-40B4-BE49-F238E27FC236}">
                    <a16:creationId xmlns:a16="http://schemas.microsoft.com/office/drawing/2014/main" id="{BFCE820E-E971-CAFF-420E-F10BF1223E87}"/>
                  </a:ext>
                </a:extLst>
              </p:cNvPr>
              <p:cNvSpPr txBox="1">
                <a:spLocks noRot="1" noChangeAspect="1" noMove="1" noResize="1" noEditPoints="1" noAdjustHandles="1" noChangeArrowheads="1" noChangeShapeType="1" noTextEdit="1"/>
              </p:cNvSpPr>
              <p:nvPr/>
            </p:nvSpPr>
            <p:spPr>
              <a:xfrm>
                <a:off x="5822263" y="5316979"/>
                <a:ext cx="6298584" cy="397096"/>
              </a:xfrm>
              <a:prstGeom prst="rect">
                <a:avLst/>
              </a:prstGeom>
              <a:blipFill>
                <a:blip r:embed="rId9"/>
                <a:stretch>
                  <a:fillRect l="-774" t="-3077" r="-194" b="-2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918F0BB-F6FE-8FB5-8803-E1AB1546BFCB}"/>
                  </a:ext>
                </a:extLst>
              </p:cNvPr>
              <p:cNvSpPr txBox="1"/>
              <p:nvPr/>
            </p:nvSpPr>
            <p:spPr>
              <a:xfrm>
                <a:off x="3005594" y="5718045"/>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2918F0BB-F6FE-8FB5-8803-E1AB1546BFCB}"/>
                  </a:ext>
                </a:extLst>
              </p:cNvPr>
              <p:cNvSpPr txBox="1">
                <a:spLocks noRot="1" noChangeAspect="1" noMove="1" noResize="1" noEditPoints="1" noAdjustHandles="1" noChangeArrowheads="1" noChangeShapeType="1" noTextEdit="1"/>
              </p:cNvSpPr>
              <p:nvPr/>
            </p:nvSpPr>
            <p:spPr>
              <a:xfrm>
                <a:off x="3005594" y="5718045"/>
                <a:ext cx="3020801" cy="424732"/>
              </a:xfrm>
              <a:prstGeom prst="rect">
                <a:avLst/>
              </a:prstGeom>
              <a:blipFill>
                <a:blip r:embed="rId10"/>
                <a:stretch>
                  <a:fillRect b="-8571"/>
                </a:stretch>
              </a:blipFill>
            </p:spPr>
            <p:txBody>
              <a:bodyPr/>
              <a:lstStyle/>
              <a:p>
                <a:r>
                  <a:rPr lang="en-US">
                    <a:noFill/>
                  </a:rPr>
                  <a:t> </a:t>
                </a:r>
              </a:p>
            </p:txBody>
          </p:sp>
        </mc:Fallback>
      </mc:AlternateContent>
      <p:sp>
        <p:nvSpPr>
          <p:cNvPr id="18" name="Slide Number Placeholder 17">
            <a:extLst>
              <a:ext uri="{FF2B5EF4-FFF2-40B4-BE49-F238E27FC236}">
                <a16:creationId xmlns:a16="http://schemas.microsoft.com/office/drawing/2014/main" id="{5DE1C2F8-1F19-AA28-FC31-039039DC7A1B}"/>
              </a:ext>
            </a:extLst>
          </p:cNvPr>
          <p:cNvSpPr>
            <a:spLocks noGrp="1"/>
          </p:cNvSpPr>
          <p:nvPr>
            <p:ph type="sldNum" sz="quarter" idx="12"/>
          </p:nvPr>
        </p:nvSpPr>
        <p:spPr/>
        <p:txBody>
          <a:bodyPr/>
          <a:lstStyle/>
          <a:p>
            <a:fld id="{4A4F8EDE-F60B-401C-9000-D80EB40E4DA9}" type="slidenum">
              <a:rPr lang="en-US" smtClean="0"/>
              <a:t>20</a:t>
            </a:fld>
            <a:endParaRPr lang="en-US"/>
          </a:p>
        </p:txBody>
      </p:sp>
    </p:spTree>
    <p:extLst>
      <p:ext uri="{BB962C8B-B14F-4D97-AF65-F5344CB8AC3E}">
        <p14:creationId xmlns:p14="http://schemas.microsoft.com/office/powerpoint/2010/main" val="4015394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7D4B-DB06-F473-FB93-91D7F1BF67B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3FCF7B8-8DD2-C246-A9C0-A38BF51DF844}"/>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C9DBBC7-1E82-0C82-8587-F0DB108A8BBE}"/>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CBB56C-1BDD-FF9C-802A-848F81B2EA2A}"/>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64E6EF0A-039E-C5FA-43B5-7227D57A5DE1}"/>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2943F09-E33D-D373-DDCB-3F5280B3C0E3}"/>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0C04496-64B2-6CCC-B27C-7E514A94F6A9}"/>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91CFE34-891A-D0B4-A9EE-BD6FDA1BC615}"/>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5CC934FB-1C49-22AB-F3BC-89CACC4CFB0F}"/>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07502A47-22A5-7407-06E1-D7185622E3DB}"/>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04852EDD-C3B2-1C5A-EA82-9224E8C8AC30}"/>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860BEDF-FFD8-5943-1236-D6B476B1320D}"/>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D860BEDF-FFD8-5943-1236-D6B476B1320D}"/>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E993DE-13AD-46DD-CDE6-F552E27D4BD0}"/>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33E993DE-13AD-46DD-CDE6-F552E27D4BD0}"/>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64E35CC-EBE1-56A6-62F2-50BFDD417AC5}"/>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064E35CC-EBE1-56A6-62F2-50BFDD417AC5}"/>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8B2DDC09-25BA-9305-88B5-58BD522C6713}"/>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178F5-A703-E21F-C13C-4AC9C6852228}"/>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9AB178F5-A703-E21F-C13C-4AC9C6852228}"/>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065582E-2B82-4FAB-92A3-5D150E970D8F}"/>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C065582E-2B82-4FAB-92A3-5D150E970D8F}"/>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5A0BBB85-4058-7D23-FA63-0B1E535B3627}"/>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24BB300-5F46-1D3C-8319-C053551CD0ED}"/>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224BB300-5F46-1D3C-8319-C053551CD0ED}"/>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019EE402-5E19-22F3-FE21-9CC9FC0C86CF}"/>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5060180-B7A7-9A4A-3D9C-E8F112D4B152}"/>
                  </a:ext>
                </a:extLst>
              </p:cNvPr>
              <p:cNvSpPr txBox="1"/>
              <p:nvPr/>
            </p:nvSpPr>
            <p:spPr>
              <a:xfrm>
                <a:off x="2895019" y="5036123"/>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75060180-B7A7-9A4A-3D9C-E8F112D4B152}"/>
                  </a:ext>
                </a:extLst>
              </p:cNvPr>
              <p:cNvSpPr txBox="1">
                <a:spLocks noRot="1" noChangeAspect="1" noMove="1" noResize="1" noEditPoints="1" noAdjustHandles="1" noChangeArrowheads="1" noChangeShapeType="1" noTextEdit="1"/>
              </p:cNvSpPr>
              <p:nvPr/>
            </p:nvSpPr>
            <p:spPr>
              <a:xfrm>
                <a:off x="2895019" y="5036123"/>
                <a:ext cx="3020801" cy="424732"/>
              </a:xfrm>
              <a:prstGeom prst="rect">
                <a:avLst/>
              </a:prstGeom>
              <a:blipFill>
                <a:blip r:embed="rId8"/>
                <a:stretch>
                  <a:fillRect b="-8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65262F5-2192-2636-F1A4-211714505B19}"/>
              </a:ext>
            </a:extLst>
          </p:cNvPr>
          <p:cNvSpPr txBox="1"/>
          <p:nvPr/>
        </p:nvSpPr>
        <p:spPr>
          <a:xfrm>
            <a:off x="2910923" y="5593955"/>
            <a:ext cx="861051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Darcy-Weisbach resistance relation holds in all regions</a:t>
            </a:r>
          </a:p>
        </p:txBody>
      </p:sp>
      <p:sp>
        <p:nvSpPr>
          <p:cNvPr id="18" name="Slide Number Placeholder 17">
            <a:extLst>
              <a:ext uri="{FF2B5EF4-FFF2-40B4-BE49-F238E27FC236}">
                <a16:creationId xmlns:a16="http://schemas.microsoft.com/office/drawing/2014/main" id="{F1909463-04B8-5FE5-7F81-88229E710BFA}"/>
              </a:ext>
            </a:extLst>
          </p:cNvPr>
          <p:cNvSpPr>
            <a:spLocks noGrp="1"/>
          </p:cNvSpPr>
          <p:nvPr>
            <p:ph type="sldNum" sz="quarter" idx="12"/>
          </p:nvPr>
        </p:nvSpPr>
        <p:spPr/>
        <p:txBody>
          <a:bodyPr/>
          <a:lstStyle/>
          <a:p>
            <a:fld id="{4A4F8EDE-F60B-401C-9000-D80EB40E4DA9}" type="slidenum">
              <a:rPr lang="en-US" smtClean="0"/>
              <a:t>21</a:t>
            </a:fld>
            <a:endParaRPr lang="en-US"/>
          </a:p>
        </p:txBody>
      </p:sp>
    </p:spTree>
    <p:extLst>
      <p:ext uri="{BB962C8B-B14F-4D97-AF65-F5344CB8AC3E}">
        <p14:creationId xmlns:p14="http://schemas.microsoft.com/office/powerpoint/2010/main" val="3846156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44F95-BA8C-E8BB-04DE-F3867B442D3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02083A6-CEC7-F922-E4A2-6FEC0A7D5D16}"/>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C4BE55E6-98B4-E9DE-67CF-6C57467C5D7F}"/>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BEC552-35E0-B602-2612-4D483787E2E8}"/>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17CACE3A-8A59-70CC-3BCD-EDDFF4446CDB}"/>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CE477C51-FAA4-274D-0E41-3EBD4031CE08}"/>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30515F4-631A-8143-467C-1FBF7D74D623}"/>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E80DFCC-1C74-08B6-9599-A7DDA2F32989}"/>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B6D93CEF-E353-4C44-91DE-F64D604C7CB9}"/>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AF3246AE-678A-E4F6-3F29-3F24869AF10C}"/>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3BAE6122-20A8-1541-D456-93CD341ED274}"/>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639BCCB-E331-0997-45F3-DA034A74CB9D}"/>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1639BCCB-E331-0997-45F3-DA034A74CB9D}"/>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CCA15E4-6EF1-B7F8-E43F-FC9AA34357A2}"/>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ECCA15E4-6EF1-B7F8-E43F-FC9AA34357A2}"/>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F5F8F54-DC4F-7160-63B9-BCDC04718F86}"/>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0F5F8F54-DC4F-7160-63B9-BCDC04718F86}"/>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D2ACCD8F-1453-B65E-F698-B7C915259B97}"/>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BB1C837-2093-C4EB-73B4-2DFAFEAD4591}"/>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8BB1C837-2093-C4EB-73B4-2DFAFEAD4591}"/>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F1F71DF-4112-4015-9D14-0DC649137AA6}"/>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FF1F71DF-4112-4015-9D14-0DC649137AA6}"/>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DA893F89-7143-6B0D-5B94-C7564287AFDC}"/>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A3595AC-EF5D-9234-B735-CFC496E7D8B1}"/>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AA3595AC-EF5D-9234-B735-CFC496E7D8B1}"/>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64402440-1A0D-1764-1B04-2309318BD859}"/>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C85EC69-095B-ABD8-9622-473F294086E2}"/>
                  </a:ext>
                </a:extLst>
              </p:cNvPr>
              <p:cNvSpPr txBox="1"/>
              <p:nvPr/>
            </p:nvSpPr>
            <p:spPr>
              <a:xfrm>
                <a:off x="2895019" y="5036123"/>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8C85EC69-095B-ABD8-9622-473F294086E2}"/>
                  </a:ext>
                </a:extLst>
              </p:cNvPr>
              <p:cNvSpPr txBox="1">
                <a:spLocks noRot="1" noChangeAspect="1" noMove="1" noResize="1" noEditPoints="1" noAdjustHandles="1" noChangeArrowheads="1" noChangeShapeType="1" noTextEdit="1"/>
              </p:cNvSpPr>
              <p:nvPr/>
            </p:nvSpPr>
            <p:spPr>
              <a:xfrm>
                <a:off x="2895019" y="5036123"/>
                <a:ext cx="3020801" cy="424732"/>
              </a:xfrm>
              <a:prstGeom prst="rect">
                <a:avLst/>
              </a:prstGeom>
              <a:blipFill>
                <a:blip r:embed="rId8"/>
                <a:stretch>
                  <a:fillRect b="-8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5D8C8A76-4CB6-41D6-F15F-3030F3E82BBE}"/>
              </a:ext>
            </a:extLst>
          </p:cNvPr>
          <p:cNvSpPr txBox="1"/>
          <p:nvPr/>
        </p:nvSpPr>
        <p:spPr>
          <a:xfrm>
            <a:off x="2910923" y="5593955"/>
            <a:ext cx="861051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Darcy-Weisbach resistance relation holds in all regions</a:t>
            </a:r>
          </a:p>
        </p:txBody>
      </p:sp>
      <p:cxnSp>
        <p:nvCxnSpPr>
          <p:cNvPr id="35" name="Straight Connector 34">
            <a:extLst>
              <a:ext uri="{FF2B5EF4-FFF2-40B4-BE49-F238E27FC236}">
                <a16:creationId xmlns:a16="http://schemas.microsoft.com/office/drawing/2014/main" id="{B66945CB-7C2B-F239-EB02-2615E4E73518}"/>
              </a:ext>
            </a:extLst>
          </p:cNvPr>
          <p:cNvCxnSpPr/>
          <p:nvPr/>
        </p:nvCxnSpPr>
        <p:spPr>
          <a:xfrm flipH="1">
            <a:off x="5430741" y="4097029"/>
            <a:ext cx="654944" cy="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50" name="Group 49">
            <a:extLst>
              <a:ext uri="{FF2B5EF4-FFF2-40B4-BE49-F238E27FC236}">
                <a16:creationId xmlns:a16="http://schemas.microsoft.com/office/drawing/2014/main" id="{8A642220-9ABF-2E86-8481-A5148C25BEB1}"/>
              </a:ext>
            </a:extLst>
          </p:cNvPr>
          <p:cNvGrpSpPr/>
          <p:nvPr/>
        </p:nvGrpSpPr>
        <p:grpSpPr>
          <a:xfrm>
            <a:off x="1007076" y="2074247"/>
            <a:ext cx="10346724" cy="3163330"/>
            <a:chOff x="1007076" y="2074247"/>
            <a:chExt cx="10346724" cy="3163330"/>
          </a:xfrm>
        </p:grpSpPr>
        <p:sp>
          <p:nvSpPr>
            <p:cNvPr id="5" name="Rectangle: Rounded Corners 4">
              <a:extLst>
                <a:ext uri="{FF2B5EF4-FFF2-40B4-BE49-F238E27FC236}">
                  <a16:creationId xmlns:a16="http://schemas.microsoft.com/office/drawing/2014/main" id="{59FC76FE-2DAC-BBF3-BF12-A672C32DAF65}"/>
                </a:ext>
              </a:extLst>
            </p:cNvPr>
            <p:cNvSpPr/>
            <p:nvPr/>
          </p:nvSpPr>
          <p:spPr>
            <a:xfrm>
              <a:off x="1007076" y="2074247"/>
              <a:ext cx="10346724" cy="3163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Darcy-Weisbach for pipe and open channel flow</a:t>
              </a: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236CE794-D48B-8256-3A79-892EC920D6B0}"/>
                </a:ext>
              </a:extLst>
            </p:cNvPr>
            <p:cNvSpPr/>
            <p:nvPr/>
          </p:nvSpPr>
          <p:spPr>
            <a:xfrm>
              <a:off x="1500775" y="3301199"/>
              <a:ext cx="914400" cy="9144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B71F4A75-9508-E7DE-3F68-C6336945A24B}"/>
                </a:ext>
              </a:extLst>
            </p:cNvPr>
            <p:cNvCxnSpPr>
              <a:cxnSpLocks/>
              <a:stCxn id="18" idx="0"/>
              <a:endCxn id="18" idx="4"/>
            </p:cNvCxnSpPr>
            <p:nvPr/>
          </p:nvCxnSpPr>
          <p:spPr>
            <a:xfrm>
              <a:off x="1957975" y="3301199"/>
              <a:ext cx="0" cy="914400"/>
            </a:xfrm>
            <a:prstGeom prst="straightConnector1">
              <a:avLst/>
            </a:prstGeom>
            <a:ln w="25400">
              <a:solidFill>
                <a:schemeClr val="tx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DA57488-4A50-0728-E7FE-A91F92E2E5AF}"/>
                </a:ext>
              </a:extLst>
            </p:cNvPr>
            <p:cNvSpPr txBox="1"/>
            <p:nvPr/>
          </p:nvSpPr>
          <p:spPr>
            <a:xfrm>
              <a:off x="1910269" y="3577745"/>
              <a:ext cx="308147" cy="369332"/>
            </a:xfrm>
            <a:prstGeom prst="rect">
              <a:avLst/>
            </a:prstGeom>
            <a:noFill/>
          </p:spPr>
          <p:txBody>
            <a:bodyPr wrap="square" rtlCol="0">
              <a:spAutoFit/>
            </a:bodyPr>
            <a:lstStyle/>
            <a:p>
              <a:r>
                <a:rPr lang="en-US" dirty="0"/>
                <a:t>d</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60DC2AF-8F63-01EC-D660-CFC22B23A532}"/>
                    </a:ext>
                  </a:extLst>
                </p:cNvPr>
                <p:cNvSpPr txBox="1"/>
                <p:nvPr/>
              </p:nvSpPr>
              <p:spPr>
                <a:xfrm>
                  <a:off x="2677138" y="3425499"/>
                  <a:ext cx="1273361" cy="671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𝑓</m:t>
                            </m:r>
                          </m:sub>
                        </m:sSub>
                        <m:r>
                          <a:rPr lang="en-US" sz="2000" b="0" i="0"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𝑓</m:t>
                        </m:r>
                        <m:f>
                          <m:fPr>
                            <m:ctrlPr>
                              <a:rPr lang="en-US" sz="2000" b="0" i="1" smtClean="0">
                                <a:solidFill>
                                  <a:schemeClr val="bg1"/>
                                </a:solidFill>
                                <a:latin typeface="Cambria Math" panose="02040503050406030204" pitchFamily="18" charset="0"/>
                              </a:rPr>
                            </m:ctrlPr>
                          </m:fPr>
                          <m:num>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𝑈</m:t>
                                </m:r>
                              </m:e>
                              <m:sup>
                                <m:r>
                                  <a:rPr lang="en-US" sz="2000" b="0" i="1" smtClean="0">
                                    <a:solidFill>
                                      <a:schemeClr val="bg1"/>
                                    </a:solidFill>
                                    <a:latin typeface="Cambria Math" panose="02040503050406030204" pitchFamily="18" charset="0"/>
                                  </a:rPr>
                                  <m:t>2</m:t>
                                </m:r>
                              </m:sup>
                            </m:sSup>
                          </m:num>
                          <m:den>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𝑔𝑑</m:t>
                            </m:r>
                          </m:den>
                        </m:f>
                      </m:oMath>
                    </m:oMathPara>
                  </a14:m>
                  <a:endParaRPr lang="en-US" sz="2000" dirty="0">
                    <a:solidFill>
                      <a:schemeClr val="bg1"/>
                    </a:solidFill>
                  </a:endParaRPr>
                </a:p>
              </p:txBody>
            </p:sp>
          </mc:Choice>
          <mc:Fallback xmlns="">
            <p:sp>
              <p:nvSpPr>
                <p:cNvPr id="24" name="TextBox 23">
                  <a:extLst>
                    <a:ext uri="{FF2B5EF4-FFF2-40B4-BE49-F238E27FC236}">
                      <a16:creationId xmlns:a16="http://schemas.microsoft.com/office/drawing/2014/main" id="{660DC2AF-8F63-01EC-D660-CFC22B23A532}"/>
                    </a:ext>
                  </a:extLst>
                </p:cNvPr>
                <p:cNvSpPr txBox="1">
                  <a:spLocks noRot="1" noChangeAspect="1" noMove="1" noResize="1" noEditPoints="1" noAdjustHandles="1" noChangeArrowheads="1" noChangeShapeType="1" noTextEdit="1"/>
                </p:cNvSpPr>
                <p:nvPr/>
              </p:nvSpPr>
              <p:spPr>
                <a:xfrm>
                  <a:off x="2677138" y="3425499"/>
                  <a:ext cx="1273361" cy="671530"/>
                </a:xfrm>
                <a:prstGeom prst="rect">
                  <a:avLst/>
                </a:prstGeom>
                <a:blipFill>
                  <a:blip r:embed="rId9"/>
                  <a:stretch>
                    <a:fillRect/>
                  </a:stretch>
                </a:blipFill>
              </p:spPr>
              <p:txBody>
                <a:bodyPr/>
                <a:lstStyle/>
                <a:p>
                  <a:r>
                    <a:rPr lang="en-US">
                      <a:noFill/>
                    </a:rPr>
                    <a:t> </a:t>
                  </a:r>
                </a:p>
              </p:txBody>
            </p:sp>
          </mc:Fallback>
        </mc:AlternateContent>
        <p:sp>
          <p:nvSpPr>
            <p:cNvPr id="36" name="Rectangle 35">
              <a:extLst>
                <a:ext uri="{FF2B5EF4-FFF2-40B4-BE49-F238E27FC236}">
                  <a16:creationId xmlns:a16="http://schemas.microsoft.com/office/drawing/2014/main" id="{EA4EDFCE-D8A6-2F7C-D453-AD9F945058A9}"/>
                </a:ext>
              </a:extLst>
            </p:cNvPr>
            <p:cNvSpPr/>
            <p:nvPr/>
          </p:nvSpPr>
          <p:spPr>
            <a:xfrm>
              <a:off x="5430741" y="3617500"/>
              <a:ext cx="675576" cy="479528"/>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1897A831-EF4B-1794-EB2B-9BC327D33292}"/>
                </a:ext>
              </a:extLst>
            </p:cNvPr>
            <p:cNvCxnSpPr/>
            <p:nvPr/>
          </p:nvCxnSpPr>
          <p:spPr>
            <a:xfrm>
              <a:off x="5430741"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EA85E7F-93BE-7C43-5D40-7D3D349B5BBF}"/>
                </a:ext>
              </a:extLst>
            </p:cNvPr>
            <p:cNvCxnSpPr/>
            <p:nvPr/>
          </p:nvCxnSpPr>
          <p:spPr>
            <a:xfrm>
              <a:off x="6100757"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02D95AC-2C90-9EF6-2024-9C289E525F13}"/>
                </a:ext>
              </a:extLst>
            </p:cNvPr>
            <p:cNvCxnSpPr>
              <a:cxnSpLocks/>
            </p:cNvCxnSpPr>
            <p:nvPr/>
          </p:nvCxnSpPr>
          <p:spPr>
            <a:xfrm>
              <a:off x="5662467" y="3599300"/>
              <a:ext cx="0" cy="525548"/>
            </a:xfrm>
            <a:prstGeom prst="straightConnector1">
              <a:avLst/>
            </a:prstGeom>
            <a:ln w="25400">
              <a:solidFill>
                <a:schemeClr val="tx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B560D35A-C5F1-19D6-D9D1-DC49C68626E9}"/>
                </a:ext>
              </a:extLst>
            </p:cNvPr>
            <p:cNvSpPr txBox="1"/>
            <p:nvPr/>
          </p:nvSpPr>
          <p:spPr>
            <a:xfrm>
              <a:off x="5633781" y="3647281"/>
              <a:ext cx="308147" cy="369332"/>
            </a:xfrm>
            <a:prstGeom prst="rect">
              <a:avLst/>
            </a:prstGeom>
            <a:noFill/>
          </p:spPr>
          <p:txBody>
            <a:bodyPr wrap="square" rtlCol="0">
              <a:spAutoFit/>
            </a:bodyPr>
            <a:lstStyle/>
            <a:p>
              <a:r>
                <a:rPr lang="en-US" dirty="0"/>
                <a:t>H</a:t>
              </a:r>
            </a:p>
          </p:txBody>
        </p:sp>
        <p:cxnSp>
          <p:nvCxnSpPr>
            <p:cNvPr id="41" name="Straight Arrow Connector 40">
              <a:extLst>
                <a:ext uri="{FF2B5EF4-FFF2-40B4-BE49-F238E27FC236}">
                  <a16:creationId xmlns:a16="http://schemas.microsoft.com/office/drawing/2014/main" id="{249FC2B7-BCEF-013A-6F3A-A9A89689666B}"/>
                </a:ext>
              </a:extLst>
            </p:cNvPr>
            <p:cNvCxnSpPr>
              <a:cxnSpLocks/>
            </p:cNvCxnSpPr>
            <p:nvPr/>
          </p:nvCxnSpPr>
          <p:spPr>
            <a:xfrm flipH="1">
              <a:off x="5430741" y="3187086"/>
              <a:ext cx="665259" cy="0"/>
            </a:xfrm>
            <a:prstGeom prst="straightConnector1">
              <a:avLst/>
            </a:prstGeom>
            <a:ln w="25400">
              <a:solidFill>
                <a:schemeClr val="bg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3B4A13DE-06BD-5A9B-A909-28C3E05906DB}"/>
                </a:ext>
              </a:extLst>
            </p:cNvPr>
            <p:cNvSpPr txBox="1"/>
            <p:nvPr/>
          </p:nvSpPr>
          <p:spPr>
            <a:xfrm>
              <a:off x="5580190" y="2873590"/>
              <a:ext cx="308147" cy="369332"/>
            </a:xfrm>
            <a:prstGeom prst="rect">
              <a:avLst/>
            </a:prstGeom>
            <a:noFill/>
          </p:spPr>
          <p:txBody>
            <a:bodyPr wrap="square" rtlCol="0">
              <a:spAutoFit/>
            </a:bodyPr>
            <a:lstStyle/>
            <a:p>
              <a:r>
                <a:rPr lang="en-US" dirty="0">
                  <a:solidFill>
                    <a:schemeClr val="bg1"/>
                  </a:solidFill>
                </a:rPr>
                <a:t>B</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09E8B7B-C2F0-2812-A2A9-D89D5EEB0E24}"/>
                    </a:ext>
                  </a:extLst>
                </p:cNvPr>
                <p:cNvSpPr txBox="1"/>
                <p:nvPr/>
              </p:nvSpPr>
              <p:spPr>
                <a:xfrm>
                  <a:off x="6472579" y="3320966"/>
                  <a:ext cx="2456698" cy="6803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𝑓</m:t>
                            </m:r>
                          </m:sub>
                        </m:sSub>
                        <m:r>
                          <a:rPr lang="en-US" sz="2000" b="0" i="0"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𝑆</m:t>
                        </m:r>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ea typeface="Cambria Math" panose="02040503050406030204" pitchFamily="18" charset="0"/>
                              </a:rPr>
                              <m:t>𝜏</m:t>
                            </m:r>
                            <m:r>
                              <a:rPr lang="en-US" sz="2000" b="0" i="1" smtClean="0">
                                <a:solidFill>
                                  <a:schemeClr val="bg1"/>
                                </a:solidFill>
                                <a:latin typeface="Cambria Math" panose="02040503050406030204" pitchFamily="18" charset="0"/>
                                <a:ea typeface="Cambria Math" panose="02040503050406030204" pitchFamily="18" charset="0"/>
                              </a:rPr>
                              <m:t>𝑃</m:t>
                            </m:r>
                          </m:num>
                          <m:den>
                            <m:r>
                              <a:rPr lang="en-US" sz="2000" b="0" i="1" smtClean="0">
                                <a:solidFill>
                                  <a:schemeClr val="bg1"/>
                                </a:solidFill>
                                <a:latin typeface="Cambria Math" panose="02040503050406030204" pitchFamily="18" charset="0"/>
                                <a:ea typeface="Cambria Math" panose="02040503050406030204" pitchFamily="18" charset="0"/>
                              </a:rPr>
                              <m:t>𝜌</m:t>
                            </m:r>
                            <m:r>
                              <a:rPr lang="en-US" sz="2000" b="0" i="1" smtClean="0">
                                <a:solidFill>
                                  <a:schemeClr val="bg1"/>
                                </a:solidFill>
                                <a:latin typeface="Cambria Math" panose="02040503050406030204" pitchFamily="18" charset="0"/>
                              </a:rPr>
                              <m:t>𝑔𝐴</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𝐶</m:t>
                                </m:r>
                              </m:e>
                              <m:sub>
                                <m:r>
                                  <a:rPr lang="en-US" sz="2000" b="0" i="1" smtClean="0">
                                    <a:solidFill>
                                      <a:schemeClr val="bg1"/>
                                    </a:solidFill>
                                    <a:latin typeface="Cambria Math" panose="02040503050406030204" pitchFamily="18" charset="0"/>
                                  </a:rPr>
                                  <m:t>𝑓</m:t>
                                </m:r>
                              </m:sub>
                            </m:sSub>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𝑈</m:t>
                                </m:r>
                              </m:e>
                              <m:sup>
                                <m:r>
                                  <a:rPr lang="en-US" sz="2000" b="0" i="1" smtClean="0">
                                    <a:solidFill>
                                      <a:schemeClr val="bg1"/>
                                    </a:solidFill>
                                    <a:latin typeface="Cambria Math" panose="02040503050406030204" pitchFamily="18" charset="0"/>
                                  </a:rPr>
                                  <m:t>2</m:t>
                                </m:r>
                              </m:sup>
                            </m:sSup>
                          </m:num>
                          <m:den>
                            <m:r>
                              <a:rPr lang="en-US" sz="2000" b="0" i="1" smtClean="0">
                                <a:solidFill>
                                  <a:schemeClr val="bg1"/>
                                </a:solidFill>
                                <a:latin typeface="Cambria Math" panose="02040503050406030204" pitchFamily="18" charset="0"/>
                              </a:rPr>
                              <m:t>𝑔𝑟</m:t>
                            </m:r>
                          </m:den>
                        </m:f>
                      </m:oMath>
                    </m:oMathPara>
                  </a14:m>
                  <a:endParaRPr lang="en-US" sz="2000" dirty="0">
                    <a:solidFill>
                      <a:schemeClr val="bg1"/>
                    </a:solidFill>
                  </a:endParaRPr>
                </a:p>
              </p:txBody>
            </p:sp>
          </mc:Choice>
          <mc:Fallback xmlns="">
            <p:sp>
              <p:nvSpPr>
                <p:cNvPr id="48" name="TextBox 47">
                  <a:extLst>
                    <a:ext uri="{FF2B5EF4-FFF2-40B4-BE49-F238E27FC236}">
                      <a16:creationId xmlns:a16="http://schemas.microsoft.com/office/drawing/2014/main" id="{809E8B7B-C2F0-2812-A2A9-D89D5EEB0E24}"/>
                    </a:ext>
                  </a:extLst>
                </p:cNvPr>
                <p:cNvSpPr txBox="1">
                  <a:spLocks noRot="1" noChangeAspect="1" noMove="1" noResize="1" noEditPoints="1" noAdjustHandles="1" noChangeArrowheads="1" noChangeShapeType="1" noTextEdit="1"/>
                </p:cNvSpPr>
                <p:nvPr/>
              </p:nvSpPr>
              <p:spPr>
                <a:xfrm>
                  <a:off x="6472579" y="3320966"/>
                  <a:ext cx="2456698" cy="680379"/>
                </a:xfrm>
                <a:prstGeom prst="rect">
                  <a:avLst/>
                </a:prstGeom>
                <a:blipFill>
                  <a:blip r:embed="rId10"/>
                  <a:stretch>
                    <a:fillRect/>
                  </a:stretch>
                </a:blipFill>
              </p:spPr>
              <p:txBody>
                <a:bodyPr/>
                <a:lstStyle/>
                <a:p>
                  <a:r>
                    <a:rPr lang="en-US">
                      <a:noFill/>
                    </a:rPr>
                    <a:t> </a:t>
                  </a:r>
                </a:p>
              </p:txBody>
            </p:sp>
          </mc:Fallback>
        </mc:AlternateContent>
      </p:grpSp>
      <p:sp>
        <p:nvSpPr>
          <p:cNvPr id="49" name="TextBox 48">
            <a:extLst>
              <a:ext uri="{FF2B5EF4-FFF2-40B4-BE49-F238E27FC236}">
                <a16:creationId xmlns:a16="http://schemas.microsoft.com/office/drawing/2014/main" id="{AA8318C2-406A-CF13-C75F-313B6B97080F}"/>
              </a:ext>
            </a:extLst>
          </p:cNvPr>
          <p:cNvSpPr txBox="1"/>
          <p:nvPr/>
        </p:nvSpPr>
        <p:spPr>
          <a:xfrm>
            <a:off x="6646985" y="4396154"/>
            <a:ext cx="3893736" cy="584775"/>
          </a:xfrm>
          <a:prstGeom prst="rect">
            <a:avLst/>
          </a:prstGeom>
          <a:noFill/>
        </p:spPr>
        <p:txBody>
          <a:bodyPr wrap="square" rtlCol="0">
            <a:spAutoFit/>
          </a:bodyPr>
          <a:lstStyle/>
          <a:p>
            <a:r>
              <a:rPr lang="en-US" sz="1600" dirty="0">
                <a:solidFill>
                  <a:schemeClr val="bg1"/>
                </a:solidFill>
                <a:latin typeface="Arial" panose="020B0604020202020204" pitchFamily="34" charset="0"/>
                <a:cs typeface="Arial" panose="020B0604020202020204" pitchFamily="34" charset="0"/>
              </a:rPr>
              <a:t>r is hydraulic radius, equal to cross sectional aera over wetted perimeter</a:t>
            </a:r>
          </a:p>
        </p:txBody>
      </p:sp>
      <p:sp>
        <p:nvSpPr>
          <p:cNvPr id="51" name="Slide Number Placeholder 50">
            <a:extLst>
              <a:ext uri="{FF2B5EF4-FFF2-40B4-BE49-F238E27FC236}">
                <a16:creationId xmlns:a16="http://schemas.microsoft.com/office/drawing/2014/main" id="{D4D03C85-944B-9F67-0F02-9E2D676ABAD9}"/>
              </a:ext>
            </a:extLst>
          </p:cNvPr>
          <p:cNvSpPr>
            <a:spLocks noGrp="1"/>
          </p:cNvSpPr>
          <p:nvPr>
            <p:ph type="sldNum" sz="quarter" idx="12"/>
          </p:nvPr>
        </p:nvSpPr>
        <p:spPr/>
        <p:txBody>
          <a:bodyPr/>
          <a:lstStyle/>
          <a:p>
            <a:fld id="{4A4F8EDE-F60B-401C-9000-D80EB40E4DA9}" type="slidenum">
              <a:rPr lang="en-US" smtClean="0"/>
              <a:t>22</a:t>
            </a:fld>
            <a:endParaRPr lang="en-US"/>
          </a:p>
        </p:txBody>
      </p:sp>
    </p:spTree>
    <p:extLst>
      <p:ext uri="{BB962C8B-B14F-4D97-AF65-F5344CB8AC3E}">
        <p14:creationId xmlns:p14="http://schemas.microsoft.com/office/powerpoint/2010/main" val="2653111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2E4AC-405D-A8BA-69DF-24EA83E105B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A3B3046-6A95-F4A5-B44E-7ECE8DDCA97F}"/>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5521E5C-B80F-D218-8270-0D6399F32C48}"/>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D9EBD40-4FFC-7689-1DB9-3AD1D7CF674E}"/>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F8C9E419-D358-0F68-BF30-F71A23A29B45}"/>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4293A18-41DC-2CF8-38FD-C3045CD4934B}"/>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DE10E7-0B0A-A09B-FCE6-85A932E5BD68}"/>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CDE842E-90B1-D1E6-9EE5-B4A69D58071C}"/>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6BE0C803-D7CB-4423-36BB-B4E94F859B43}"/>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BF883158-9DCB-3082-D1A6-D7D0541F4B84}"/>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A0F6C3CA-5C40-9370-A6FB-7C4FE3319FD8}"/>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B8C448-3381-FA38-3704-2C9C76B5CC9D}"/>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F7B8C448-3381-FA38-3704-2C9C76B5CC9D}"/>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72B09F5-6E6F-7F4A-D9E6-12119EDE2DEA}"/>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572B09F5-6E6F-7F4A-D9E6-12119EDE2DEA}"/>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EDBBEBB-5B4C-695D-F2AD-AC67148F39A7}"/>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BEDBBEBB-5B4C-695D-F2AD-AC67148F39A7}"/>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DB695379-471C-DFB6-0D6A-4DE4A9CFBBFD}"/>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9F91398-7D3C-62BB-D278-BC9CF476EDA5}"/>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19F91398-7D3C-62BB-D278-BC9CF476EDA5}"/>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F7356A6-97D5-C357-AC1C-4E88DF0A2F60}"/>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4F7356A6-97D5-C357-AC1C-4E88DF0A2F60}"/>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04CCF853-4C20-470A-A75F-226BCC917C00}"/>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0CCA529-C92A-2D68-3AB8-B2BB4B971A0E}"/>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B0CCA529-C92A-2D68-3AB8-B2BB4B971A0E}"/>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FB55DF17-2015-9A89-4C32-6C597847F644}"/>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742817A-12B6-6AB6-2B1A-7AA0A14CE571}"/>
                  </a:ext>
                </a:extLst>
              </p:cNvPr>
              <p:cNvSpPr txBox="1"/>
              <p:nvPr/>
            </p:nvSpPr>
            <p:spPr>
              <a:xfrm>
                <a:off x="2895019" y="5036123"/>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A742817A-12B6-6AB6-2B1A-7AA0A14CE571}"/>
                  </a:ext>
                </a:extLst>
              </p:cNvPr>
              <p:cNvSpPr txBox="1">
                <a:spLocks noRot="1" noChangeAspect="1" noMove="1" noResize="1" noEditPoints="1" noAdjustHandles="1" noChangeArrowheads="1" noChangeShapeType="1" noTextEdit="1"/>
              </p:cNvSpPr>
              <p:nvPr/>
            </p:nvSpPr>
            <p:spPr>
              <a:xfrm>
                <a:off x="2895019" y="5036123"/>
                <a:ext cx="3020801" cy="424732"/>
              </a:xfrm>
              <a:prstGeom prst="rect">
                <a:avLst/>
              </a:prstGeom>
              <a:blipFill>
                <a:blip r:embed="rId8"/>
                <a:stretch>
                  <a:fillRect b="-8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C536006-74B3-E0C8-5361-0C7A9B5B7495}"/>
              </a:ext>
            </a:extLst>
          </p:cNvPr>
          <p:cNvSpPr txBox="1"/>
          <p:nvPr/>
        </p:nvSpPr>
        <p:spPr>
          <a:xfrm>
            <a:off x="2890751" y="5593955"/>
            <a:ext cx="861051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Darcy-Weisbach resistance relation holds in all regions</a:t>
            </a:r>
          </a:p>
        </p:txBody>
      </p:sp>
      <p:cxnSp>
        <p:nvCxnSpPr>
          <p:cNvPr id="35" name="Straight Connector 34">
            <a:extLst>
              <a:ext uri="{FF2B5EF4-FFF2-40B4-BE49-F238E27FC236}">
                <a16:creationId xmlns:a16="http://schemas.microsoft.com/office/drawing/2014/main" id="{28C9D586-B699-E5C8-D85D-227522F44FE9}"/>
              </a:ext>
            </a:extLst>
          </p:cNvPr>
          <p:cNvCxnSpPr/>
          <p:nvPr/>
        </p:nvCxnSpPr>
        <p:spPr>
          <a:xfrm flipH="1">
            <a:off x="5430741" y="4097029"/>
            <a:ext cx="654944" cy="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A8956B1-45B2-0555-6FF4-DB7439D86A0D}"/>
              </a:ext>
            </a:extLst>
          </p:cNvPr>
          <p:cNvCxnSpPr/>
          <p:nvPr/>
        </p:nvCxnSpPr>
        <p:spPr>
          <a:xfrm>
            <a:off x="5430741"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35B3B13-2E5F-4ED2-8468-AADA9403E68B}"/>
              </a:ext>
            </a:extLst>
          </p:cNvPr>
          <p:cNvCxnSpPr/>
          <p:nvPr/>
        </p:nvCxnSpPr>
        <p:spPr>
          <a:xfrm>
            <a:off x="6100757"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0D8CEE21-230E-D391-CF43-1C6DECAF5171}"/>
              </a:ext>
            </a:extLst>
          </p:cNvPr>
          <p:cNvCxnSpPr>
            <a:cxnSpLocks/>
          </p:cNvCxnSpPr>
          <p:nvPr/>
        </p:nvCxnSpPr>
        <p:spPr>
          <a:xfrm flipH="1">
            <a:off x="5430741" y="3187086"/>
            <a:ext cx="665259" cy="0"/>
          </a:xfrm>
          <a:prstGeom prst="straightConnector1">
            <a:avLst/>
          </a:prstGeom>
          <a:ln w="25400">
            <a:solidFill>
              <a:schemeClr val="bg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5EDA0624-9AEC-58E6-D8E4-5353CB5C6C9F}"/>
              </a:ext>
            </a:extLst>
          </p:cNvPr>
          <p:cNvSpPr txBox="1"/>
          <p:nvPr/>
        </p:nvSpPr>
        <p:spPr>
          <a:xfrm>
            <a:off x="5580190" y="2873590"/>
            <a:ext cx="308147" cy="369332"/>
          </a:xfrm>
          <a:prstGeom prst="rect">
            <a:avLst/>
          </a:prstGeom>
          <a:noFill/>
        </p:spPr>
        <p:txBody>
          <a:bodyPr wrap="square" rtlCol="0">
            <a:spAutoFit/>
          </a:bodyPr>
          <a:lstStyle/>
          <a:p>
            <a:r>
              <a:rPr lang="en-US" dirty="0">
                <a:solidFill>
                  <a:schemeClr val="bg1"/>
                </a:solidFill>
              </a:rPr>
              <a:t>B</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BCA2673-55CD-ABDB-069C-03334FC93C7C}"/>
                  </a:ext>
                </a:extLst>
              </p:cNvPr>
              <p:cNvSpPr txBox="1"/>
              <p:nvPr/>
            </p:nvSpPr>
            <p:spPr>
              <a:xfrm>
                <a:off x="2671552" y="5948763"/>
                <a:ext cx="3216785" cy="7727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𝑓</m:t>
                              </m:r>
                            </m:sub>
                          </m:s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𝑈</m:t>
                              </m:r>
                            </m:e>
                            <m:sup>
                              <m:r>
                                <a:rPr lang="en-US" sz="2000" b="0" i="1" smtClean="0">
                                  <a:solidFill>
                                    <a:schemeClr val="tx1"/>
                                  </a:solidFill>
                                  <a:latin typeface="Cambria Math" panose="02040503050406030204" pitchFamily="18" charset="0"/>
                                </a:rPr>
                                <m:t>2</m:t>
                              </m:r>
                            </m:sup>
                          </m:sSup>
                        </m:num>
                        <m:den>
                          <m:r>
                            <a:rPr lang="en-US" sz="2000" b="0" i="1" smtClean="0">
                              <a:solidFill>
                                <a:schemeClr val="tx1"/>
                              </a:solidFill>
                              <a:latin typeface="Cambria Math" panose="02040503050406030204" pitchFamily="18" charset="0"/>
                            </a:rPr>
                            <m:t>𝑔𝑟</m:t>
                          </m:r>
                        </m:den>
                      </m:f>
                      <m:r>
                        <a:rPr lang="en-US" sz="2000" b="0" i="0" smtClean="0">
                          <a:solidFill>
                            <a:schemeClr val="tx1"/>
                          </a:solidFill>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𝑏</m:t>
                              </m:r>
                            </m:sub>
                          </m:sSub>
                          <m:sSup>
                            <m:sSupPr>
                              <m:ctrlPr>
                                <a:rPr lang="en-US" i="1">
                                  <a:latin typeface="Cambria Math" panose="02040503050406030204" pitchFamily="18" charset="0"/>
                                </a:rPr>
                              </m:ctrlPr>
                            </m:sSupPr>
                            <m:e>
                              <m:r>
                                <a:rPr lang="en-US" i="1">
                                  <a:latin typeface="Cambria Math" panose="02040503050406030204" pitchFamily="18" charset="0"/>
                                </a:rPr>
                                <m:t>𝑈</m:t>
                              </m:r>
                            </m:e>
                            <m:sup>
                              <m:r>
                                <a:rPr lang="en-US" i="1">
                                  <a:latin typeface="Cambria Math" panose="02040503050406030204" pitchFamily="18" charset="0"/>
                                </a:rPr>
                                <m:t>2</m:t>
                              </m:r>
                            </m:sup>
                          </m:sSup>
                        </m:num>
                        <m:den>
                          <m:r>
                            <a:rPr lang="en-US" i="1">
                              <a:latin typeface="Cambria Math" panose="02040503050406030204" pitchFamily="18" charset="0"/>
                            </a:rPr>
                            <m:t>𝑔</m:t>
                          </m:r>
                          <m:sSub>
                            <m:sSubPr>
                              <m:ctrlPr>
                                <a:rPr lang="en-US" b="0" i="1" smtClean="0">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𝑏</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𝑤</m:t>
                              </m:r>
                            </m:sub>
                          </m:sSub>
                          <m:sSup>
                            <m:sSupPr>
                              <m:ctrlPr>
                                <a:rPr lang="en-US" i="1">
                                  <a:latin typeface="Cambria Math" panose="02040503050406030204" pitchFamily="18" charset="0"/>
                                </a:rPr>
                              </m:ctrlPr>
                            </m:sSupPr>
                            <m:e>
                              <m:r>
                                <a:rPr lang="en-US" i="1">
                                  <a:latin typeface="Cambria Math" panose="02040503050406030204" pitchFamily="18" charset="0"/>
                                </a:rPr>
                                <m:t>𝑈</m:t>
                              </m:r>
                            </m:e>
                            <m:sup>
                              <m:r>
                                <a:rPr lang="en-US" i="1">
                                  <a:latin typeface="Cambria Math" panose="02040503050406030204" pitchFamily="18" charset="0"/>
                                </a:rPr>
                                <m:t>2</m:t>
                              </m:r>
                            </m:sup>
                          </m:sSup>
                        </m:num>
                        <m:den>
                          <m:r>
                            <a:rPr lang="en-US" i="1">
                              <a:latin typeface="Cambria Math" panose="02040503050406030204" pitchFamily="18" charset="0"/>
                            </a:rPr>
                            <m:t>𝑔</m:t>
                          </m:r>
                          <m:sSub>
                            <m:sSubPr>
                              <m:ctrlPr>
                                <a:rPr lang="en-US" b="0" i="1" smtClean="0">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𝑤</m:t>
                              </m:r>
                            </m:sub>
                          </m:sSub>
                        </m:den>
                      </m:f>
                    </m:oMath>
                  </m:oMathPara>
                </a14:m>
                <a:endParaRPr lang="en-US" dirty="0">
                  <a:solidFill>
                    <a:schemeClr val="tx1"/>
                  </a:solidFill>
                </a:endParaRPr>
              </a:p>
            </p:txBody>
          </p:sp>
        </mc:Choice>
        <mc:Fallback xmlns="">
          <p:sp>
            <p:nvSpPr>
              <p:cNvPr id="20" name="TextBox 19">
                <a:extLst>
                  <a:ext uri="{FF2B5EF4-FFF2-40B4-BE49-F238E27FC236}">
                    <a16:creationId xmlns:a16="http://schemas.microsoft.com/office/drawing/2014/main" id="{BBCA2673-55CD-ABDB-069C-03334FC93C7C}"/>
                  </a:ext>
                </a:extLst>
              </p:cNvPr>
              <p:cNvSpPr txBox="1">
                <a:spLocks noRot="1" noChangeAspect="1" noMove="1" noResize="1" noEditPoints="1" noAdjustHandles="1" noChangeArrowheads="1" noChangeShapeType="1" noTextEdit="1"/>
              </p:cNvSpPr>
              <p:nvPr/>
            </p:nvSpPr>
            <p:spPr>
              <a:xfrm>
                <a:off x="2671552" y="5948763"/>
                <a:ext cx="3216785" cy="772712"/>
              </a:xfrm>
              <a:prstGeom prst="rect">
                <a:avLst/>
              </a:prstGeom>
              <a:blipFill>
                <a:blip r:embed="rId9"/>
                <a:stretch>
                  <a:fillRect/>
                </a:stretch>
              </a:blipFill>
            </p:spPr>
            <p:txBody>
              <a:bodyPr/>
              <a:lstStyle/>
              <a:p>
                <a:r>
                  <a:rPr lang="en-US">
                    <a:noFill/>
                  </a:rPr>
                  <a:t> </a:t>
                </a:r>
              </a:p>
            </p:txBody>
          </p:sp>
        </mc:Fallback>
      </mc:AlternateContent>
      <p:sp>
        <p:nvSpPr>
          <p:cNvPr id="27" name="Slide Number Placeholder 26">
            <a:extLst>
              <a:ext uri="{FF2B5EF4-FFF2-40B4-BE49-F238E27FC236}">
                <a16:creationId xmlns:a16="http://schemas.microsoft.com/office/drawing/2014/main" id="{853BA56C-7351-329F-E74C-4726F60E390C}"/>
              </a:ext>
            </a:extLst>
          </p:cNvPr>
          <p:cNvSpPr>
            <a:spLocks noGrp="1"/>
          </p:cNvSpPr>
          <p:nvPr>
            <p:ph type="sldNum" sz="quarter" idx="12"/>
          </p:nvPr>
        </p:nvSpPr>
        <p:spPr/>
        <p:txBody>
          <a:bodyPr/>
          <a:lstStyle/>
          <a:p>
            <a:fld id="{4A4F8EDE-F60B-401C-9000-D80EB40E4DA9}" type="slidenum">
              <a:rPr lang="en-US" smtClean="0"/>
              <a:t>23</a:t>
            </a:fld>
            <a:endParaRPr lang="en-US"/>
          </a:p>
        </p:txBody>
      </p:sp>
    </p:spTree>
    <p:extLst>
      <p:ext uri="{BB962C8B-B14F-4D97-AF65-F5344CB8AC3E}">
        <p14:creationId xmlns:p14="http://schemas.microsoft.com/office/powerpoint/2010/main" val="2486808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D5EC-19D1-BB37-4BB6-231692001FB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34A5B5E-46C5-90CD-8BDE-31A8518AE6E3}"/>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FA4A7CA-D15D-2809-6C4A-4424D131266A}"/>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43CFACB-FC26-450C-DC89-AE0E7BC060F8}"/>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69765D7E-5F28-5D25-F07C-495E000988D8}"/>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83F0F0C-DB2B-CAF3-73CB-05FCCD194254}"/>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8A54D87-252E-5B6D-DADB-D77D0902002C}"/>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C0D093B-A824-E824-FA12-42394E1C9B1D}"/>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EB0A5E03-85D4-0F81-BB95-2B96F55F656A}"/>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A9FD21F0-4759-A849-3819-09B91C797B80}"/>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F3B4D6DA-0AF7-9F9C-2AE7-738FBDB9B084}"/>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B256897-E337-023E-7CBA-9FEA967482C9}"/>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8B256897-E337-023E-7CBA-9FEA967482C9}"/>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99B0BF0-600C-30F8-8430-B34291E7ACA0}"/>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D99B0BF0-600C-30F8-8430-B34291E7ACA0}"/>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B12C5BA-0635-66F4-BBE5-D9E769CA5279}"/>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3B12C5BA-0635-66F4-BBE5-D9E769CA5279}"/>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55AC33EA-3FF1-14A1-00E2-44E0FF37C371}"/>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50F95C0-5DF6-424C-D3E6-DA9F0D6DE29B}"/>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750F95C0-5DF6-424C-D3E6-DA9F0D6DE29B}"/>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D7D9156-536B-5B52-1552-FD581744FF76}"/>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4D7D9156-536B-5B52-1552-FD581744FF76}"/>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1DD1593F-2AE6-1FAB-A930-9F92E300A219}"/>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2DDCCF3-F843-5AF1-828E-F8B4466E6DD7}"/>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D2DDCCF3-F843-5AF1-828E-F8B4466E6DD7}"/>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0324AB52-725D-EFE2-FC80-AF693F73D243}"/>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7F19B6F-58B8-77ED-F91A-8BE79FC4F94E}"/>
                  </a:ext>
                </a:extLst>
              </p:cNvPr>
              <p:cNvSpPr txBox="1"/>
              <p:nvPr/>
            </p:nvSpPr>
            <p:spPr>
              <a:xfrm>
                <a:off x="2895019" y="5036123"/>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07F19B6F-58B8-77ED-F91A-8BE79FC4F94E}"/>
                  </a:ext>
                </a:extLst>
              </p:cNvPr>
              <p:cNvSpPr txBox="1">
                <a:spLocks noRot="1" noChangeAspect="1" noMove="1" noResize="1" noEditPoints="1" noAdjustHandles="1" noChangeArrowheads="1" noChangeShapeType="1" noTextEdit="1"/>
              </p:cNvSpPr>
              <p:nvPr/>
            </p:nvSpPr>
            <p:spPr>
              <a:xfrm>
                <a:off x="2895019" y="5036123"/>
                <a:ext cx="3020801" cy="424732"/>
              </a:xfrm>
              <a:prstGeom prst="rect">
                <a:avLst/>
              </a:prstGeom>
              <a:blipFill>
                <a:blip r:embed="rId8"/>
                <a:stretch>
                  <a:fillRect b="-8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ABAE52B-FC36-FA72-3925-EF37BDADFBBE}"/>
              </a:ext>
            </a:extLst>
          </p:cNvPr>
          <p:cNvSpPr txBox="1"/>
          <p:nvPr/>
        </p:nvSpPr>
        <p:spPr>
          <a:xfrm>
            <a:off x="2890751" y="5593955"/>
            <a:ext cx="861051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Darcy-Weisbach resistance relation holds in all regions</a:t>
            </a:r>
          </a:p>
        </p:txBody>
      </p:sp>
      <p:cxnSp>
        <p:nvCxnSpPr>
          <p:cNvPr id="35" name="Straight Connector 34">
            <a:extLst>
              <a:ext uri="{FF2B5EF4-FFF2-40B4-BE49-F238E27FC236}">
                <a16:creationId xmlns:a16="http://schemas.microsoft.com/office/drawing/2014/main" id="{2C5250EC-9037-0539-2127-B93ED5F28641}"/>
              </a:ext>
            </a:extLst>
          </p:cNvPr>
          <p:cNvCxnSpPr/>
          <p:nvPr/>
        </p:nvCxnSpPr>
        <p:spPr>
          <a:xfrm flipH="1">
            <a:off x="5430741" y="4097029"/>
            <a:ext cx="654944" cy="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7D4D9A4-C044-F4CF-B741-F01DED0F679E}"/>
              </a:ext>
            </a:extLst>
          </p:cNvPr>
          <p:cNvCxnSpPr/>
          <p:nvPr/>
        </p:nvCxnSpPr>
        <p:spPr>
          <a:xfrm>
            <a:off x="5430741"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7F6A654-6C98-C4B0-1FD2-FD7542BFF67D}"/>
              </a:ext>
            </a:extLst>
          </p:cNvPr>
          <p:cNvCxnSpPr/>
          <p:nvPr/>
        </p:nvCxnSpPr>
        <p:spPr>
          <a:xfrm>
            <a:off x="6100757"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66D9840-9607-6941-6466-28C6E7BAFF5B}"/>
              </a:ext>
            </a:extLst>
          </p:cNvPr>
          <p:cNvCxnSpPr>
            <a:cxnSpLocks/>
          </p:cNvCxnSpPr>
          <p:nvPr/>
        </p:nvCxnSpPr>
        <p:spPr>
          <a:xfrm flipH="1">
            <a:off x="5430741" y="3187086"/>
            <a:ext cx="665259" cy="0"/>
          </a:xfrm>
          <a:prstGeom prst="straightConnector1">
            <a:avLst/>
          </a:prstGeom>
          <a:ln w="25400">
            <a:solidFill>
              <a:schemeClr val="bg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280C8D64-C78F-E2F9-225E-E98D2E4C8A59}"/>
              </a:ext>
            </a:extLst>
          </p:cNvPr>
          <p:cNvSpPr txBox="1"/>
          <p:nvPr/>
        </p:nvSpPr>
        <p:spPr>
          <a:xfrm>
            <a:off x="5580190" y="2873590"/>
            <a:ext cx="308147" cy="369332"/>
          </a:xfrm>
          <a:prstGeom prst="rect">
            <a:avLst/>
          </a:prstGeom>
          <a:noFill/>
        </p:spPr>
        <p:txBody>
          <a:bodyPr wrap="square" rtlCol="0">
            <a:spAutoFit/>
          </a:bodyPr>
          <a:lstStyle/>
          <a:p>
            <a:r>
              <a:rPr lang="en-US" dirty="0">
                <a:solidFill>
                  <a:schemeClr val="bg1"/>
                </a:solidFill>
              </a:rPr>
              <a:t>B</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0C9A699-89D6-689F-F03F-7586D7D7450D}"/>
                  </a:ext>
                </a:extLst>
              </p:cNvPr>
              <p:cNvSpPr txBox="1"/>
              <p:nvPr/>
            </p:nvSpPr>
            <p:spPr>
              <a:xfrm>
                <a:off x="2671552" y="5948763"/>
                <a:ext cx="3216785" cy="7727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𝑓</m:t>
                              </m:r>
                            </m:sub>
                          </m:s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𝑈</m:t>
                              </m:r>
                            </m:e>
                            <m:sup>
                              <m:r>
                                <a:rPr lang="en-US" sz="2000" b="0" i="1" smtClean="0">
                                  <a:solidFill>
                                    <a:schemeClr val="tx1"/>
                                  </a:solidFill>
                                  <a:latin typeface="Cambria Math" panose="02040503050406030204" pitchFamily="18" charset="0"/>
                                </a:rPr>
                                <m:t>2</m:t>
                              </m:r>
                            </m:sup>
                          </m:sSup>
                        </m:num>
                        <m:den>
                          <m:r>
                            <a:rPr lang="en-US" sz="2000" b="0" i="1" smtClean="0">
                              <a:solidFill>
                                <a:schemeClr val="tx1"/>
                              </a:solidFill>
                              <a:latin typeface="Cambria Math" panose="02040503050406030204" pitchFamily="18" charset="0"/>
                            </a:rPr>
                            <m:t>𝑔𝑟</m:t>
                          </m:r>
                        </m:den>
                      </m:f>
                      <m:r>
                        <a:rPr lang="en-US" sz="2000" b="0" i="0" smtClean="0">
                          <a:solidFill>
                            <a:schemeClr val="tx1"/>
                          </a:solidFill>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𝑏</m:t>
                              </m:r>
                            </m:sub>
                          </m:sSub>
                          <m:sSup>
                            <m:sSupPr>
                              <m:ctrlPr>
                                <a:rPr lang="en-US" i="1">
                                  <a:latin typeface="Cambria Math" panose="02040503050406030204" pitchFamily="18" charset="0"/>
                                </a:rPr>
                              </m:ctrlPr>
                            </m:sSupPr>
                            <m:e>
                              <m:r>
                                <a:rPr lang="en-US" i="1">
                                  <a:latin typeface="Cambria Math" panose="02040503050406030204" pitchFamily="18" charset="0"/>
                                </a:rPr>
                                <m:t>𝑈</m:t>
                              </m:r>
                            </m:e>
                            <m:sup>
                              <m:r>
                                <a:rPr lang="en-US" i="1">
                                  <a:latin typeface="Cambria Math" panose="02040503050406030204" pitchFamily="18" charset="0"/>
                                </a:rPr>
                                <m:t>2</m:t>
                              </m:r>
                            </m:sup>
                          </m:sSup>
                        </m:num>
                        <m:den>
                          <m:r>
                            <a:rPr lang="en-US" i="1">
                              <a:latin typeface="Cambria Math" panose="02040503050406030204" pitchFamily="18" charset="0"/>
                            </a:rPr>
                            <m:t>𝑔</m:t>
                          </m:r>
                          <m:sSub>
                            <m:sSubPr>
                              <m:ctrlPr>
                                <a:rPr lang="en-US" b="0" i="1" smtClean="0">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𝑏</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𝑤</m:t>
                              </m:r>
                            </m:sub>
                          </m:sSub>
                          <m:sSup>
                            <m:sSupPr>
                              <m:ctrlPr>
                                <a:rPr lang="en-US" i="1">
                                  <a:latin typeface="Cambria Math" panose="02040503050406030204" pitchFamily="18" charset="0"/>
                                </a:rPr>
                              </m:ctrlPr>
                            </m:sSupPr>
                            <m:e>
                              <m:r>
                                <a:rPr lang="en-US" i="1">
                                  <a:latin typeface="Cambria Math" panose="02040503050406030204" pitchFamily="18" charset="0"/>
                                </a:rPr>
                                <m:t>𝑈</m:t>
                              </m:r>
                            </m:e>
                            <m:sup>
                              <m:r>
                                <a:rPr lang="en-US" i="1">
                                  <a:latin typeface="Cambria Math" panose="02040503050406030204" pitchFamily="18" charset="0"/>
                                </a:rPr>
                                <m:t>2</m:t>
                              </m:r>
                            </m:sup>
                          </m:sSup>
                        </m:num>
                        <m:den>
                          <m:r>
                            <a:rPr lang="en-US" i="1">
                              <a:latin typeface="Cambria Math" panose="02040503050406030204" pitchFamily="18" charset="0"/>
                            </a:rPr>
                            <m:t>𝑔</m:t>
                          </m:r>
                          <m:sSub>
                            <m:sSubPr>
                              <m:ctrlPr>
                                <a:rPr lang="en-US" b="0" i="1" smtClean="0">
                                  <a:latin typeface="Cambria Math" panose="02040503050406030204" pitchFamily="18" charset="0"/>
                                </a:rPr>
                              </m:ctrlPr>
                            </m:sSubPr>
                            <m:e>
                              <m:r>
                                <a:rPr lang="en-US" i="1">
                                  <a:latin typeface="Cambria Math" panose="02040503050406030204" pitchFamily="18" charset="0"/>
                                </a:rPr>
                                <m:t>𝑟</m:t>
                              </m:r>
                            </m:e>
                            <m:sub>
                              <m:r>
                                <a:rPr lang="en-US" b="0" i="1" smtClean="0">
                                  <a:latin typeface="Cambria Math" panose="02040503050406030204" pitchFamily="18" charset="0"/>
                                </a:rPr>
                                <m:t>𝑤</m:t>
                              </m:r>
                            </m:sub>
                          </m:sSub>
                        </m:den>
                      </m:f>
                    </m:oMath>
                  </m:oMathPara>
                </a14:m>
                <a:endParaRPr lang="en-US" dirty="0">
                  <a:solidFill>
                    <a:schemeClr val="tx1"/>
                  </a:solidFill>
                </a:endParaRPr>
              </a:p>
            </p:txBody>
          </p:sp>
        </mc:Choice>
        <mc:Fallback xmlns="">
          <p:sp>
            <p:nvSpPr>
              <p:cNvPr id="20" name="TextBox 19">
                <a:extLst>
                  <a:ext uri="{FF2B5EF4-FFF2-40B4-BE49-F238E27FC236}">
                    <a16:creationId xmlns:a16="http://schemas.microsoft.com/office/drawing/2014/main" id="{B0C9A699-89D6-689F-F03F-7586D7D7450D}"/>
                  </a:ext>
                </a:extLst>
              </p:cNvPr>
              <p:cNvSpPr txBox="1">
                <a:spLocks noRot="1" noChangeAspect="1" noMove="1" noResize="1" noEditPoints="1" noAdjustHandles="1" noChangeArrowheads="1" noChangeShapeType="1" noTextEdit="1"/>
              </p:cNvSpPr>
              <p:nvPr/>
            </p:nvSpPr>
            <p:spPr>
              <a:xfrm>
                <a:off x="2671552" y="5948763"/>
                <a:ext cx="3216785" cy="77271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2F91B33-7DE0-8301-DE75-8BB2DE01EC8E}"/>
                  </a:ext>
                </a:extLst>
              </p:cNvPr>
              <p:cNvSpPr txBox="1"/>
              <p:nvPr/>
            </p:nvSpPr>
            <p:spPr>
              <a:xfrm>
                <a:off x="6154888" y="5966928"/>
                <a:ext cx="5698694" cy="763029"/>
              </a:xfrm>
              <a:prstGeom prst="rect">
                <a:avLst/>
              </a:prstGeom>
              <a:noFill/>
            </p:spPr>
            <p:txBody>
              <a:bodyPr wrap="square">
                <a:spAutoFit/>
              </a:bodyPr>
              <a:lstStyle/>
              <a:p>
                <a:r>
                  <a:rPr lang="en-US" sz="1800" dirty="0"/>
                  <a:t>The Reynolds number </a:t>
                </a:r>
                <a14:m>
                  <m:oMath xmlns:m="http://schemas.openxmlformats.org/officeDocument/2006/math">
                    <m:r>
                      <a:rPr lang="en-US" sz="1800" b="0" i="1" smtClean="0">
                        <a:latin typeface="Cambria Math" panose="02040503050406030204" pitchFamily="18" charset="0"/>
                      </a:rPr>
                      <m:t>𝑅𝑒</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𝑟𝑈</m:t>
                        </m:r>
                      </m:num>
                      <m:den>
                        <m:r>
                          <a:rPr lang="en-US" sz="1800" b="0" i="1" smtClean="0">
                            <a:latin typeface="Cambria Math" panose="02040503050406030204" pitchFamily="18" charset="0"/>
                            <a:ea typeface="Cambria Math" panose="02040503050406030204" pitchFamily="18" charset="0"/>
                          </a:rPr>
                          <m:t>𝜈</m:t>
                        </m:r>
                      </m:den>
                    </m:f>
                  </m:oMath>
                </a14:m>
                <a:r>
                  <a:rPr lang="en-US" dirty="0"/>
                  <a:t> or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𝑅𝑒</m:t>
                        </m:r>
                      </m:num>
                      <m:den>
                        <m:r>
                          <a:rPr lang="en-US" b="0" i="1" smtClean="0">
                            <a:latin typeface="Cambria Math" panose="02040503050406030204" pitchFamily="18" charset="0"/>
                          </a:rPr>
                          <m:t>𝑈</m:t>
                        </m:r>
                      </m:den>
                    </m:f>
                  </m:oMath>
                </a14:m>
                <a:endParaRPr lang="en-US" dirty="0"/>
              </a:p>
              <a:p>
                <a:r>
                  <a:rPr lang="en-US" dirty="0"/>
                  <a:t>r is replaced in the Darcy-Weisbach equations </a:t>
                </a:r>
              </a:p>
            </p:txBody>
          </p:sp>
        </mc:Choice>
        <mc:Fallback xmlns="">
          <p:sp>
            <p:nvSpPr>
              <p:cNvPr id="21" name="TextBox 20">
                <a:extLst>
                  <a:ext uri="{FF2B5EF4-FFF2-40B4-BE49-F238E27FC236}">
                    <a16:creationId xmlns:a16="http://schemas.microsoft.com/office/drawing/2014/main" id="{12F91B33-7DE0-8301-DE75-8BB2DE01EC8E}"/>
                  </a:ext>
                </a:extLst>
              </p:cNvPr>
              <p:cNvSpPr txBox="1">
                <a:spLocks noRot="1" noChangeAspect="1" noMove="1" noResize="1" noEditPoints="1" noAdjustHandles="1" noChangeArrowheads="1" noChangeShapeType="1" noTextEdit="1"/>
              </p:cNvSpPr>
              <p:nvPr/>
            </p:nvSpPr>
            <p:spPr>
              <a:xfrm>
                <a:off x="6154888" y="5966928"/>
                <a:ext cx="5698694" cy="763029"/>
              </a:xfrm>
              <a:prstGeom prst="rect">
                <a:avLst/>
              </a:prstGeom>
              <a:blipFill>
                <a:blip r:embed="rId10"/>
                <a:stretch>
                  <a:fillRect l="-964" b="-12800"/>
                </a:stretch>
              </a:blipFill>
            </p:spPr>
            <p:txBody>
              <a:bodyPr/>
              <a:lstStyle/>
              <a:p>
                <a:r>
                  <a:rPr lang="en-US">
                    <a:noFill/>
                  </a:rPr>
                  <a:t> </a:t>
                </a:r>
              </a:p>
            </p:txBody>
          </p:sp>
        </mc:Fallback>
      </mc:AlternateContent>
      <p:sp>
        <p:nvSpPr>
          <p:cNvPr id="22" name="Slide Number Placeholder 21">
            <a:extLst>
              <a:ext uri="{FF2B5EF4-FFF2-40B4-BE49-F238E27FC236}">
                <a16:creationId xmlns:a16="http://schemas.microsoft.com/office/drawing/2014/main" id="{D6EFC51E-BDE8-D972-9390-93E31124A10C}"/>
              </a:ext>
            </a:extLst>
          </p:cNvPr>
          <p:cNvSpPr>
            <a:spLocks noGrp="1"/>
          </p:cNvSpPr>
          <p:nvPr>
            <p:ph type="sldNum" sz="quarter" idx="12"/>
          </p:nvPr>
        </p:nvSpPr>
        <p:spPr/>
        <p:txBody>
          <a:bodyPr/>
          <a:lstStyle/>
          <a:p>
            <a:fld id="{4A4F8EDE-F60B-401C-9000-D80EB40E4DA9}" type="slidenum">
              <a:rPr lang="en-US" smtClean="0"/>
              <a:t>24</a:t>
            </a:fld>
            <a:endParaRPr lang="en-US"/>
          </a:p>
        </p:txBody>
      </p:sp>
    </p:spTree>
    <p:extLst>
      <p:ext uri="{BB962C8B-B14F-4D97-AF65-F5344CB8AC3E}">
        <p14:creationId xmlns:p14="http://schemas.microsoft.com/office/powerpoint/2010/main" val="936941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6CA5-C216-D040-3474-5914372541B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778554A-DD38-1963-B1B4-93618B9CA002}"/>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927AD01D-CA50-847D-4E11-D279820B6A4E}"/>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5AD61A2-4080-824B-3F08-CEA7E03D04DD}"/>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Procedure to remove sidewall effects from measured data</a:t>
            </a:r>
          </a:p>
        </p:txBody>
      </p:sp>
      <p:cxnSp>
        <p:nvCxnSpPr>
          <p:cNvPr id="4" name="Straight Connector 3">
            <a:extLst>
              <a:ext uri="{FF2B5EF4-FFF2-40B4-BE49-F238E27FC236}">
                <a16:creationId xmlns:a16="http://schemas.microsoft.com/office/drawing/2014/main" id="{54531380-5703-1365-E448-2868235CB130}"/>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47CA4D53-0A05-F5FC-88DD-14389E0024F3}"/>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297DD62-FC3E-23A2-55C3-250A94D7F5AF}"/>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91481A9-15E7-D3D2-6F78-57AAE401472B}"/>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C63ABE74-B568-5723-EBCA-1974EB9D8F90}"/>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16" name="TextBox 15">
            <a:extLst>
              <a:ext uri="{FF2B5EF4-FFF2-40B4-BE49-F238E27FC236}">
                <a16:creationId xmlns:a16="http://schemas.microsoft.com/office/drawing/2014/main" id="{C7CE7644-0917-BFFC-08B6-1A2B4D150DE7}"/>
              </a:ext>
            </a:extLst>
          </p:cNvPr>
          <p:cNvSpPr txBox="1"/>
          <p:nvPr/>
        </p:nvSpPr>
        <p:spPr>
          <a:xfrm>
            <a:off x="2870419" y="824498"/>
            <a:ext cx="5613623"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Formulation of the problem</a:t>
            </a:r>
          </a:p>
        </p:txBody>
      </p:sp>
      <p:sp>
        <p:nvSpPr>
          <p:cNvPr id="10" name="TextBox 9">
            <a:extLst>
              <a:ext uri="{FF2B5EF4-FFF2-40B4-BE49-F238E27FC236}">
                <a16:creationId xmlns:a16="http://schemas.microsoft.com/office/drawing/2014/main" id="{7F0D85D6-49B1-649E-5272-70E9229287F7}"/>
              </a:ext>
            </a:extLst>
          </p:cNvPr>
          <p:cNvSpPr txBox="1"/>
          <p:nvPr/>
        </p:nvSpPr>
        <p:spPr>
          <a:xfrm>
            <a:off x="2910923" y="1186248"/>
            <a:ext cx="861051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wetted perimeter of the cross section P is equal to the sum of the wetted perimeters of the bed P</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of the wall P</a:t>
            </a:r>
            <a:r>
              <a:rPr lang="en-US" baseline="-25000"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regions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6818F72-8620-8B52-90E8-5ED060E523DE}"/>
                  </a:ext>
                </a:extLst>
              </p:cNvPr>
              <p:cNvSpPr txBox="1"/>
              <p:nvPr/>
            </p:nvSpPr>
            <p:spPr>
              <a:xfrm>
                <a:off x="3005594" y="1917330"/>
                <a:ext cx="254845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14" name="TextBox 13">
                <a:extLst>
                  <a:ext uri="{FF2B5EF4-FFF2-40B4-BE49-F238E27FC236}">
                    <a16:creationId xmlns:a16="http://schemas.microsoft.com/office/drawing/2014/main" id="{86818F72-8620-8B52-90E8-5ED060E523DE}"/>
                  </a:ext>
                </a:extLst>
              </p:cNvPr>
              <p:cNvSpPr txBox="1">
                <a:spLocks noRot="1" noChangeAspect="1" noMove="1" noResize="1" noEditPoints="1" noAdjustHandles="1" noChangeArrowheads="1" noChangeShapeType="1" noTextEdit="1"/>
              </p:cNvSpPr>
              <p:nvPr/>
            </p:nvSpPr>
            <p:spPr>
              <a:xfrm>
                <a:off x="3005594" y="1917330"/>
                <a:ext cx="2548455" cy="307777"/>
              </a:xfrm>
              <a:prstGeom prst="rect">
                <a:avLst/>
              </a:prstGeom>
              <a:blipFill>
                <a:blip r:embed="rId2"/>
                <a:stretch>
                  <a:fillRect l="-1914" r="-1914"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96E965F-8181-479C-9F31-C02BD0A62C43}"/>
                  </a:ext>
                </a:extLst>
              </p:cNvPr>
              <p:cNvSpPr txBox="1"/>
              <p:nvPr/>
            </p:nvSpPr>
            <p:spPr>
              <a:xfrm>
                <a:off x="7525931" y="1923165"/>
                <a:ext cx="8218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𝑏</m:t>
                          </m:r>
                        </m:sub>
                      </m:sSub>
                      <m:r>
                        <a:rPr lang="en-US" sz="2000" b="0" i="1" smtClean="0">
                          <a:latin typeface="Cambria Math" panose="02040503050406030204" pitchFamily="18" charset="0"/>
                        </a:rPr>
                        <m:t>=</m:t>
                      </m:r>
                      <m:r>
                        <a:rPr lang="en-US" sz="2000" b="0" i="1" smtClean="0">
                          <a:latin typeface="Cambria Math" panose="02040503050406030204" pitchFamily="18" charset="0"/>
                        </a:rPr>
                        <m:t>𝐵</m:t>
                      </m:r>
                    </m:oMath>
                  </m:oMathPara>
                </a14:m>
                <a:endParaRPr lang="en-US" sz="2000" dirty="0"/>
              </a:p>
            </p:txBody>
          </p:sp>
        </mc:Choice>
        <mc:Fallback xmlns="">
          <p:sp>
            <p:nvSpPr>
              <p:cNvPr id="19" name="TextBox 18">
                <a:extLst>
                  <a:ext uri="{FF2B5EF4-FFF2-40B4-BE49-F238E27FC236}">
                    <a16:creationId xmlns:a16="http://schemas.microsoft.com/office/drawing/2014/main" id="{C96E965F-8181-479C-9F31-C02BD0A62C43}"/>
                  </a:ext>
                </a:extLst>
              </p:cNvPr>
              <p:cNvSpPr txBox="1">
                <a:spLocks noRot="1" noChangeAspect="1" noMove="1" noResize="1" noEditPoints="1" noAdjustHandles="1" noChangeArrowheads="1" noChangeShapeType="1" noTextEdit="1"/>
              </p:cNvSpPr>
              <p:nvPr/>
            </p:nvSpPr>
            <p:spPr>
              <a:xfrm>
                <a:off x="7525931" y="1923165"/>
                <a:ext cx="821892" cy="307777"/>
              </a:xfrm>
              <a:prstGeom prst="rect">
                <a:avLst/>
              </a:prstGeom>
              <a:blipFill>
                <a:blip r:embed="rId3"/>
                <a:stretch>
                  <a:fillRect l="-7463" r="-6716"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B8C6FA4-9338-85F3-BAAB-1799421D954C}"/>
                  </a:ext>
                </a:extLst>
              </p:cNvPr>
              <p:cNvSpPr txBox="1"/>
              <p:nvPr/>
            </p:nvSpPr>
            <p:spPr>
              <a:xfrm>
                <a:off x="8980451" y="1917330"/>
                <a:ext cx="10017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𝑤</m:t>
                          </m:r>
                        </m:sub>
                      </m:sSub>
                      <m:r>
                        <a:rPr lang="en-US" sz="2000" b="0" i="1" smtClean="0">
                          <a:latin typeface="Cambria Math" panose="02040503050406030204" pitchFamily="18" charset="0"/>
                        </a:rPr>
                        <m:t>=2</m:t>
                      </m:r>
                      <m:r>
                        <a:rPr lang="en-US" sz="2000" b="0" i="1" smtClean="0">
                          <a:latin typeface="Cambria Math" panose="02040503050406030204" pitchFamily="18" charset="0"/>
                        </a:rPr>
                        <m:t>𝐻</m:t>
                      </m:r>
                    </m:oMath>
                  </m:oMathPara>
                </a14:m>
                <a:endParaRPr lang="en-US" sz="2000" dirty="0"/>
              </a:p>
            </p:txBody>
          </p:sp>
        </mc:Choice>
        <mc:Fallback xmlns="">
          <p:sp>
            <p:nvSpPr>
              <p:cNvPr id="23" name="TextBox 22">
                <a:extLst>
                  <a:ext uri="{FF2B5EF4-FFF2-40B4-BE49-F238E27FC236}">
                    <a16:creationId xmlns:a16="http://schemas.microsoft.com/office/drawing/2014/main" id="{1B8C6FA4-9338-85F3-BAAB-1799421D954C}"/>
                  </a:ext>
                </a:extLst>
              </p:cNvPr>
              <p:cNvSpPr txBox="1">
                <a:spLocks noRot="1" noChangeAspect="1" noMove="1" noResize="1" noEditPoints="1" noAdjustHandles="1" noChangeArrowheads="1" noChangeShapeType="1" noTextEdit="1"/>
              </p:cNvSpPr>
              <p:nvPr/>
            </p:nvSpPr>
            <p:spPr>
              <a:xfrm>
                <a:off x="8980451" y="1917330"/>
                <a:ext cx="1001749" cy="307777"/>
              </a:xfrm>
              <a:prstGeom prst="rect">
                <a:avLst/>
              </a:prstGeom>
              <a:blipFill>
                <a:blip r:embed="rId4"/>
                <a:stretch>
                  <a:fillRect l="-5455" r="-5455" b="-1200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6BDAABAB-63E2-D62D-7109-EE08496D48F1}"/>
              </a:ext>
            </a:extLst>
          </p:cNvPr>
          <p:cNvSpPr txBox="1"/>
          <p:nvPr/>
        </p:nvSpPr>
        <p:spPr>
          <a:xfrm>
            <a:off x="2910923" y="2482900"/>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mass</a:t>
            </a:r>
          </a:p>
          <a:p>
            <a:pPr>
              <a:lnSpc>
                <a:spcPct val="150000"/>
              </a:lnSpc>
            </a:pPr>
            <a:r>
              <a:rPr lang="en-US" dirty="0">
                <a:latin typeface="Arial" panose="020B0604020202020204" pitchFamily="34" charset="0"/>
                <a:cs typeface="Arial" panose="020B0604020202020204" pitchFamily="34" charset="0"/>
              </a:rPr>
              <a:t>the discharge is equal to the sum of the discharge in the bed and in the wall region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08CAFA6-903D-A309-623F-87D3EA89E385}"/>
                  </a:ext>
                </a:extLst>
              </p:cNvPr>
              <p:cNvSpPr txBox="1"/>
              <p:nvPr/>
            </p:nvSpPr>
            <p:spPr>
              <a:xfrm>
                <a:off x="3005594" y="3340502"/>
                <a:ext cx="13488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oMath>
                  </m:oMathPara>
                </a14:m>
                <a:endParaRPr lang="en-US" dirty="0"/>
              </a:p>
            </p:txBody>
          </p:sp>
        </mc:Choice>
        <mc:Fallback xmlns="">
          <p:sp>
            <p:nvSpPr>
              <p:cNvPr id="26" name="TextBox 25">
                <a:extLst>
                  <a:ext uri="{FF2B5EF4-FFF2-40B4-BE49-F238E27FC236}">
                    <a16:creationId xmlns:a16="http://schemas.microsoft.com/office/drawing/2014/main" id="{408CAFA6-903D-A309-623F-87D3EA89E385}"/>
                  </a:ext>
                </a:extLst>
              </p:cNvPr>
              <p:cNvSpPr txBox="1">
                <a:spLocks noRot="1" noChangeAspect="1" noMove="1" noResize="1" noEditPoints="1" noAdjustHandles="1" noChangeArrowheads="1" noChangeShapeType="1" noTextEdit="1"/>
              </p:cNvSpPr>
              <p:nvPr/>
            </p:nvSpPr>
            <p:spPr>
              <a:xfrm>
                <a:off x="3005594" y="3340502"/>
                <a:ext cx="1348894" cy="276999"/>
              </a:xfrm>
              <a:prstGeom prst="rect">
                <a:avLst/>
              </a:prstGeom>
              <a:blipFill>
                <a:blip r:embed="rId5"/>
                <a:stretch>
                  <a:fillRect l="-5430" r="-452"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574F8C7-DB83-3DEF-7AF3-A97E1EEB0681}"/>
                  </a:ext>
                </a:extLst>
              </p:cNvPr>
              <p:cNvSpPr txBox="1"/>
              <p:nvPr/>
            </p:nvSpPr>
            <p:spPr>
              <a:xfrm>
                <a:off x="5554049" y="3340501"/>
                <a:ext cx="18152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𝑈𝐴</m:t>
                      </m:r>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𝑈</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28" name="TextBox 27">
                <a:extLst>
                  <a:ext uri="{FF2B5EF4-FFF2-40B4-BE49-F238E27FC236}">
                    <a16:creationId xmlns:a16="http://schemas.microsoft.com/office/drawing/2014/main" id="{2574F8C7-DB83-3DEF-7AF3-A97E1EEB0681}"/>
                  </a:ext>
                </a:extLst>
              </p:cNvPr>
              <p:cNvSpPr txBox="1">
                <a:spLocks noRot="1" noChangeAspect="1" noMove="1" noResize="1" noEditPoints="1" noAdjustHandles="1" noChangeArrowheads="1" noChangeShapeType="1" noTextEdit="1"/>
              </p:cNvSpPr>
              <p:nvPr/>
            </p:nvSpPr>
            <p:spPr>
              <a:xfrm>
                <a:off x="5554049" y="3340501"/>
                <a:ext cx="1815241" cy="276999"/>
              </a:xfrm>
              <a:prstGeom prst="rect">
                <a:avLst/>
              </a:prstGeom>
              <a:blipFill>
                <a:blip r:embed="rId6"/>
                <a:stretch>
                  <a:fillRect l="-2685" b="-15556"/>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F43B6220-FA29-63B1-AF2D-B484D2C5094F}"/>
              </a:ext>
            </a:extLst>
          </p:cNvPr>
          <p:cNvSpPr txBox="1"/>
          <p:nvPr/>
        </p:nvSpPr>
        <p:spPr>
          <a:xfrm>
            <a:off x="7792278" y="3178137"/>
            <a:ext cx="301480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flow velocity is the same in all regions</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B2FDF48-36D5-C463-5C24-7CAF297FE28C}"/>
                  </a:ext>
                </a:extLst>
              </p:cNvPr>
              <p:cNvSpPr txBox="1"/>
              <p:nvPr/>
            </p:nvSpPr>
            <p:spPr>
              <a:xfrm>
                <a:off x="3014955" y="3685968"/>
                <a:ext cx="1330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𝑤</m:t>
                          </m:r>
                        </m:sub>
                      </m:sSub>
                    </m:oMath>
                  </m:oMathPara>
                </a14:m>
                <a:endParaRPr lang="en-US" dirty="0"/>
              </a:p>
            </p:txBody>
          </p:sp>
        </mc:Choice>
        <mc:Fallback xmlns="">
          <p:sp>
            <p:nvSpPr>
              <p:cNvPr id="31" name="TextBox 30">
                <a:extLst>
                  <a:ext uri="{FF2B5EF4-FFF2-40B4-BE49-F238E27FC236}">
                    <a16:creationId xmlns:a16="http://schemas.microsoft.com/office/drawing/2014/main" id="{3B2FDF48-36D5-C463-5C24-7CAF297FE28C}"/>
                  </a:ext>
                </a:extLst>
              </p:cNvPr>
              <p:cNvSpPr txBox="1">
                <a:spLocks noRot="1" noChangeAspect="1" noMove="1" noResize="1" noEditPoints="1" noAdjustHandles="1" noChangeArrowheads="1" noChangeShapeType="1" noTextEdit="1"/>
              </p:cNvSpPr>
              <p:nvPr/>
            </p:nvSpPr>
            <p:spPr>
              <a:xfrm>
                <a:off x="3014955" y="3685968"/>
                <a:ext cx="1330172" cy="276999"/>
              </a:xfrm>
              <a:prstGeom prst="rect">
                <a:avLst/>
              </a:prstGeom>
              <a:blipFill>
                <a:blip r:embed="rId7"/>
                <a:stretch>
                  <a:fillRect l="-4128" b="-1555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9E7F0861-8ABC-4575-A735-FBF836C001A0}"/>
              </a:ext>
            </a:extLst>
          </p:cNvPr>
          <p:cNvSpPr txBox="1"/>
          <p:nvPr/>
        </p:nvSpPr>
        <p:spPr>
          <a:xfrm>
            <a:off x="2895019" y="4238961"/>
            <a:ext cx="8610515" cy="733534"/>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Equation of conservation of streamwise momentum</a:t>
            </a:r>
          </a:p>
          <a:p>
            <a:pPr>
              <a:lnSpc>
                <a:spcPct val="150000"/>
              </a:lnSpc>
            </a:pPr>
            <a:r>
              <a:rPr lang="en-US" dirty="0">
                <a:latin typeface="Arial" panose="020B0604020202020204" pitchFamily="34" charset="0"/>
                <a:cs typeface="Arial" panose="020B0604020202020204" pitchFamily="34" charset="0"/>
              </a:rPr>
              <a:t>the downstream pull of gravity is balanced by the resistive force on the boundary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332475C-341E-B2ED-70FD-60E4DD7F9E5B}"/>
                  </a:ext>
                </a:extLst>
              </p:cNvPr>
              <p:cNvSpPr txBox="1"/>
              <p:nvPr/>
            </p:nvSpPr>
            <p:spPr>
              <a:xfrm>
                <a:off x="2895019" y="5036123"/>
                <a:ext cx="3020801" cy="424732"/>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m:t>
                        </m:r>
                      </m:sub>
                    </m:sSub>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𝑓𝑏</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𝑏</m:t>
                        </m:r>
                      </m:sub>
                    </m:sSub>
                    <m:r>
                      <a:rPr lang="en-US" sz="2000" b="0" i="1"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𝑓𝑤</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𝑤</m:t>
                        </m:r>
                      </m:sub>
                    </m:sSub>
                  </m:oMath>
                </a14:m>
                <a:endParaRPr lang="en-US" dirty="0"/>
              </a:p>
            </p:txBody>
          </p:sp>
        </mc:Choice>
        <mc:Fallback xmlns="">
          <p:sp>
            <p:nvSpPr>
              <p:cNvPr id="17" name="TextBox 16">
                <a:extLst>
                  <a:ext uri="{FF2B5EF4-FFF2-40B4-BE49-F238E27FC236}">
                    <a16:creationId xmlns:a16="http://schemas.microsoft.com/office/drawing/2014/main" id="{C332475C-341E-B2ED-70FD-60E4DD7F9E5B}"/>
                  </a:ext>
                </a:extLst>
              </p:cNvPr>
              <p:cNvSpPr txBox="1">
                <a:spLocks noRot="1" noChangeAspect="1" noMove="1" noResize="1" noEditPoints="1" noAdjustHandles="1" noChangeArrowheads="1" noChangeShapeType="1" noTextEdit="1"/>
              </p:cNvSpPr>
              <p:nvPr/>
            </p:nvSpPr>
            <p:spPr>
              <a:xfrm>
                <a:off x="2895019" y="5036123"/>
                <a:ext cx="3020801" cy="424732"/>
              </a:xfrm>
              <a:prstGeom prst="rect">
                <a:avLst/>
              </a:prstGeom>
              <a:blipFill>
                <a:blip r:embed="rId8"/>
                <a:stretch>
                  <a:fillRect b="-857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9694F1A-DEEB-6C7A-FEE5-FAA647826384}"/>
              </a:ext>
            </a:extLst>
          </p:cNvPr>
          <p:cNvSpPr txBox="1"/>
          <p:nvPr/>
        </p:nvSpPr>
        <p:spPr>
          <a:xfrm>
            <a:off x="2890751" y="5593955"/>
            <a:ext cx="8610515"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The Darcy-Weisbach resistance relation holds in all regions</a:t>
            </a:r>
          </a:p>
        </p:txBody>
      </p:sp>
      <p:cxnSp>
        <p:nvCxnSpPr>
          <p:cNvPr id="35" name="Straight Connector 34">
            <a:extLst>
              <a:ext uri="{FF2B5EF4-FFF2-40B4-BE49-F238E27FC236}">
                <a16:creationId xmlns:a16="http://schemas.microsoft.com/office/drawing/2014/main" id="{60CD89EA-DDD8-50BF-E511-4175D5B9740B}"/>
              </a:ext>
            </a:extLst>
          </p:cNvPr>
          <p:cNvCxnSpPr/>
          <p:nvPr/>
        </p:nvCxnSpPr>
        <p:spPr>
          <a:xfrm flipH="1">
            <a:off x="5430741" y="4097029"/>
            <a:ext cx="654944" cy="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E49C63A-11D4-1E02-A7DA-B46881569925}"/>
              </a:ext>
            </a:extLst>
          </p:cNvPr>
          <p:cNvCxnSpPr/>
          <p:nvPr/>
        </p:nvCxnSpPr>
        <p:spPr>
          <a:xfrm>
            <a:off x="5430741"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6A1B68E-F1F1-138D-314A-3F4594AE935E}"/>
              </a:ext>
            </a:extLst>
          </p:cNvPr>
          <p:cNvCxnSpPr/>
          <p:nvPr/>
        </p:nvCxnSpPr>
        <p:spPr>
          <a:xfrm>
            <a:off x="6100757" y="3301199"/>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E786CEC0-7E62-97C6-3747-AA558579AC28}"/>
              </a:ext>
            </a:extLst>
          </p:cNvPr>
          <p:cNvCxnSpPr>
            <a:cxnSpLocks/>
          </p:cNvCxnSpPr>
          <p:nvPr/>
        </p:nvCxnSpPr>
        <p:spPr>
          <a:xfrm flipH="1">
            <a:off x="5430741" y="3187086"/>
            <a:ext cx="665259" cy="0"/>
          </a:xfrm>
          <a:prstGeom prst="straightConnector1">
            <a:avLst/>
          </a:prstGeom>
          <a:ln w="25400">
            <a:solidFill>
              <a:schemeClr val="bg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A677C5E0-D5F2-947F-D945-0C8A4F0D740F}"/>
              </a:ext>
            </a:extLst>
          </p:cNvPr>
          <p:cNvSpPr txBox="1"/>
          <p:nvPr/>
        </p:nvSpPr>
        <p:spPr>
          <a:xfrm>
            <a:off x="5580190" y="2873590"/>
            <a:ext cx="308147" cy="369332"/>
          </a:xfrm>
          <a:prstGeom prst="rect">
            <a:avLst/>
          </a:prstGeom>
          <a:noFill/>
        </p:spPr>
        <p:txBody>
          <a:bodyPr wrap="square" rtlCol="0">
            <a:spAutoFit/>
          </a:bodyPr>
          <a:lstStyle/>
          <a:p>
            <a:r>
              <a:rPr lang="en-US" dirty="0">
                <a:solidFill>
                  <a:schemeClr val="bg1"/>
                </a:solidFill>
              </a:rPr>
              <a:t>B</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B749506-7511-0AED-8B6E-E04443C55350}"/>
                  </a:ext>
                </a:extLst>
              </p:cNvPr>
              <p:cNvSpPr txBox="1"/>
              <p:nvPr/>
            </p:nvSpPr>
            <p:spPr>
              <a:xfrm>
                <a:off x="2671553" y="5948763"/>
                <a:ext cx="2438330" cy="7311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𝐶</m:t>
                              </m:r>
                            </m:e>
                            <m:sub>
                              <m:r>
                                <a:rPr lang="en-US" sz="2000" b="0" i="1" smtClean="0">
                                  <a:solidFill>
                                    <a:schemeClr val="tx1"/>
                                  </a:solidFill>
                                  <a:latin typeface="Cambria Math" panose="02040503050406030204" pitchFamily="18" charset="0"/>
                                </a:rPr>
                                <m:t>𝑓</m:t>
                              </m:r>
                            </m:sub>
                          </m:sSub>
                        </m:num>
                        <m:den>
                          <m:r>
                            <a:rPr lang="en-US" sz="2000" b="0" i="1" smtClean="0">
                              <a:solidFill>
                                <a:schemeClr val="tx1"/>
                              </a:solidFill>
                              <a:latin typeface="Cambria Math" panose="02040503050406030204" pitchFamily="18" charset="0"/>
                            </a:rPr>
                            <m:t>𝑅𝑒</m:t>
                          </m:r>
                        </m:den>
                      </m:f>
                      <m:r>
                        <a:rPr lang="en-US" sz="2000" b="0" i="0" smtClean="0">
                          <a:solidFill>
                            <a:schemeClr val="tx1"/>
                          </a:solidFill>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𝑏</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𝑏</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m:t>
                              </m:r>
                              <m:r>
                                <a:rPr lang="en-US" b="0" i="1" smtClean="0">
                                  <a:latin typeface="Cambria Math" panose="02040503050406030204" pitchFamily="18" charset="0"/>
                                </a:rPr>
                                <m:t>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𝑤</m:t>
                              </m:r>
                            </m:sub>
                          </m:sSub>
                        </m:den>
                      </m:f>
                    </m:oMath>
                  </m:oMathPara>
                </a14:m>
                <a:endParaRPr lang="en-US" dirty="0">
                  <a:solidFill>
                    <a:schemeClr val="tx1"/>
                  </a:solidFill>
                </a:endParaRPr>
              </a:p>
            </p:txBody>
          </p:sp>
        </mc:Choice>
        <mc:Fallback xmlns="">
          <p:sp>
            <p:nvSpPr>
              <p:cNvPr id="20" name="TextBox 19">
                <a:extLst>
                  <a:ext uri="{FF2B5EF4-FFF2-40B4-BE49-F238E27FC236}">
                    <a16:creationId xmlns:a16="http://schemas.microsoft.com/office/drawing/2014/main" id="{FB749506-7511-0AED-8B6E-E04443C55350}"/>
                  </a:ext>
                </a:extLst>
              </p:cNvPr>
              <p:cNvSpPr txBox="1">
                <a:spLocks noRot="1" noChangeAspect="1" noMove="1" noResize="1" noEditPoints="1" noAdjustHandles="1" noChangeArrowheads="1" noChangeShapeType="1" noTextEdit="1"/>
              </p:cNvSpPr>
              <p:nvPr/>
            </p:nvSpPr>
            <p:spPr>
              <a:xfrm>
                <a:off x="2671553" y="5948763"/>
                <a:ext cx="2438330" cy="731162"/>
              </a:xfrm>
              <a:prstGeom prst="rect">
                <a:avLst/>
              </a:prstGeom>
              <a:blipFill>
                <a:blip r:embed="rId9"/>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18967AB-F829-3C87-6DC0-9D56F8DD124D}"/>
              </a:ext>
            </a:extLst>
          </p:cNvPr>
          <p:cNvSpPr>
            <a:spLocks noGrp="1"/>
          </p:cNvSpPr>
          <p:nvPr>
            <p:ph type="sldNum" sz="quarter" idx="12"/>
          </p:nvPr>
        </p:nvSpPr>
        <p:spPr/>
        <p:txBody>
          <a:bodyPr/>
          <a:lstStyle/>
          <a:p>
            <a:fld id="{4A4F8EDE-F60B-401C-9000-D80EB40E4DA9}" type="slidenum">
              <a:rPr lang="en-US" smtClean="0"/>
              <a:t>25</a:t>
            </a:fld>
            <a:endParaRPr lang="en-US"/>
          </a:p>
        </p:txBody>
      </p:sp>
    </p:spTree>
    <p:extLst>
      <p:ext uri="{BB962C8B-B14F-4D97-AF65-F5344CB8AC3E}">
        <p14:creationId xmlns:p14="http://schemas.microsoft.com/office/powerpoint/2010/main" val="3226834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3AC2D-F886-9644-1F16-53B59F49627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0165738-6CAE-A083-2289-9FA509A4DCA5}"/>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5F98637-615D-BAF5-0F95-88196FC99CB9}"/>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872E0-E0BC-DD49-0D65-C24D5A4F1EE1}"/>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Friction coefficient in the wall region</a:t>
            </a:r>
          </a:p>
        </p:txBody>
      </p:sp>
      <p:cxnSp>
        <p:nvCxnSpPr>
          <p:cNvPr id="4" name="Straight Connector 3">
            <a:extLst>
              <a:ext uri="{FF2B5EF4-FFF2-40B4-BE49-F238E27FC236}">
                <a16:creationId xmlns:a16="http://schemas.microsoft.com/office/drawing/2014/main" id="{B7C2256F-512D-82BC-5CE7-D623DD0E1299}"/>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8DC320A-13C1-63AF-6187-798C0005E4DE}"/>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C0400C2-2323-D307-3E78-CB6DDB36C1D3}"/>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41E394-8D6D-7DC5-7D37-78B06AC0C8DA}"/>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515C6234-13FF-4D83-F47B-37CD72BFF285}"/>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432A45B-E7F0-D870-BFA0-741F83E10649}"/>
                  </a:ext>
                </a:extLst>
              </p:cNvPr>
              <p:cNvSpPr txBox="1"/>
              <p:nvPr/>
            </p:nvSpPr>
            <p:spPr>
              <a:xfrm>
                <a:off x="2881740" y="850982"/>
                <a:ext cx="8610515"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friction coefficient in the wall region is computed with a relation for smooth pipes as function of the Reynolds number </a:t>
                </a:r>
                <a14:m>
                  <m:oMath xmlns:m="http://schemas.openxmlformats.org/officeDocument/2006/math">
                    <m:r>
                      <a:rPr lang="en-US" i="1" dirty="0" smtClean="0">
                        <a:latin typeface="Cambria Math" panose="02040503050406030204" pitchFamily="18" charset="0"/>
                        <a:cs typeface="Arial" panose="020B0604020202020204" pitchFamily="34" charset="0"/>
                      </a:rPr>
                      <m:t>𝑅</m:t>
                    </m:r>
                    <m:sSub>
                      <m:sSubPr>
                        <m:ctrlPr>
                          <a:rPr lang="en-US" i="1" dirty="0" smtClean="0">
                            <a:latin typeface="Cambria Math" panose="02040503050406030204" pitchFamily="18" charset="0"/>
                            <a:cs typeface="Arial" panose="020B0604020202020204" pitchFamily="34" charset="0"/>
                          </a:rPr>
                        </m:ctrlPr>
                      </m:sSubPr>
                      <m:e>
                        <m:r>
                          <a:rPr lang="en-US" i="1" dirty="0" smtClean="0">
                            <a:latin typeface="Cambria Math" panose="02040503050406030204" pitchFamily="18" charset="0"/>
                            <a:cs typeface="Arial" panose="020B0604020202020204" pitchFamily="34" charset="0"/>
                          </a:rPr>
                          <m:t>𝑒</m:t>
                        </m:r>
                      </m:e>
                      <m:sub>
                        <m:r>
                          <a:rPr lang="en-US" i="1" dirty="0" smtClean="0">
                            <a:latin typeface="Cambria Math" panose="02040503050406030204" pitchFamily="18" charset="0"/>
                            <a:cs typeface="Arial" panose="020B0604020202020204" pitchFamily="34" charset="0"/>
                          </a:rPr>
                          <m:t>𝑤</m:t>
                        </m:r>
                      </m:sub>
                    </m:sSub>
                  </m:oMath>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example, the relation by Blasius or </a:t>
                </a:r>
                <a:r>
                  <a:rPr lang="en-US" dirty="0" err="1">
                    <a:latin typeface="Arial" panose="020B0604020202020204" pitchFamily="34" charset="0"/>
                    <a:cs typeface="Arial" panose="020B0604020202020204" pitchFamily="34" charset="0"/>
                  </a:rPr>
                  <a:t>Nikuradse</a:t>
                </a:r>
                <a:r>
                  <a:rPr lang="en-US" dirty="0">
                    <a:latin typeface="Arial" panose="020B0604020202020204" pitchFamily="34" charset="0"/>
                    <a:cs typeface="Arial" panose="020B0604020202020204" pitchFamily="34" charset="0"/>
                  </a:rPr>
                  <a:t> for smooth pipes can be used</a:t>
                </a:r>
              </a:p>
            </p:txBody>
          </p:sp>
        </mc:Choice>
        <mc:Fallback xmlns="">
          <p:sp>
            <p:nvSpPr>
              <p:cNvPr id="10" name="TextBox 9">
                <a:extLst>
                  <a:ext uri="{FF2B5EF4-FFF2-40B4-BE49-F238E27FC236}">
                    <a16:creationId xmlns:a16="http://schemas.microsoft.com/office/drawing/2014/main" id="{3432A45B-E7F0-D870-BFA0-741F83E10649}"/>
                  </a:ext>
                </a:extLst>
              </p:cNvPr>
              <p:cNvSpPr txBox="1">
                <a:spLocks noRot="1" noChangeAspect="1" noMove="1" noResize="1" noEditPoints="1" noAdjustHandles="1" noChangeArrowheads="1" noChangeShapeType="1" noTextEdit="1"/>
              </p:cNvSpPr>
              <p:nvPr/>
            </p:nvSpPr>
            <p:spPr>
              <a:xfrm>
                <a:off x="2881740" y="850982"/>
                <a:ext cx="8610515" cy="1200329"/>
              </a:xfrm>
              <a:prstGeom prst="rect">
                <a:avLst/>
              </a:prstGeom>
              <a:blipFill>
                <a:blip r:embed="rId2"/>
                <a:stretch>
                  <a:fillRect l="-637"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BE5C19D-92B1-97E9-7B4E-9E7A0AEE1A04}"/>
                  </a:ext>
                </a:extLst>
              </p:cNvPr>
              <p:cNvSpPr txBox="1"/>
              <p:nvPr/>
            </p:nvSpPr>
            <p:spPr>
              <a:xfrm>
                <a:off x="6288931" y="2079154"/>
                <a:ext cx="3004797" cy="707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ad>
                            <m:radPr>
                              <m:degHide m:val="on"/>
                              <m:ctrlPr>
                                <a:rPr lang="en-US" sz="200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den>
                      </m:f>
                      <m:r>
                        <a:rPr lang="en-US" sz="2000" b="0" i="1" smtClean="0">
                          <a:latin typeface="Cambria Math" panose="02040503050406030204" pitchFamily="18" charset="0"/>
                        </a:rPr>
                        <m:t>=0.86</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𝑅𝑒</m:t>
                          </m:r>
                          <m:rad>
                            <m:radPr>
                              <m:degHide m:val="on"/>
                              <m:ctrlPr>
                                <a:rPr lang="en-US" sz="2000" b="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e>
                      </m:d>
                      <m:r>
                        <a:rPr lang="en-US" sz="2000" b="0" i="1" smtClean="0">
                          <a:latin typeface="Cambria Math" panose="02040503050406030204" pitchFamily="18" charset="0"/>
                        </a:rPr>
                        <m:t>−0.8</m:t>
                      </m:r>
                    </m:oMath>
                  </m:oMathPara>
                </a14:m>
                <a:endParaRPr lang="en-US" sz="2000" dirty="0"/>
              </a:p>
            </p:txBody>
          </p:sp>
        </mc:Choice>
        <mc:Fallback xmlns="">
          <p:sp>
            <p:nvSpPr>
              <p:cNvPr id="2" name="TextBox 1">
                <a:extLst>
                  <a:ext uri="{FF2B5EF4-FFF2-40B4-BE49-F238E27FC236}">
                    <a16:creationId xmlns:a16="http://schemas.microsoft.com/office/drawing/2014/main" id="{EBE5C19D-92B1-97E9-7B4E-9E7A0AEE1A04}"/>
                  </a:ext>
                </a:extLst>
              </p:cNvPr>
              <p:cNvSpPr txBox="1">
                <a:spLocks noRot="1" noChangeAspect="1" noMove="1" noResize="1" noEditPoints="1" noAdjustHandles="1" noChangeArrowheads="1" noChangeShapeType="1" noTextEdit="1"/>
              </p:cNvSpPr>
              <p:nvPr/>
            </p:nvSpPr>
            <p:spPr>
              <a:xfrm>
                <a:off x="6288931" y="2079154"/>
                <a:ext cx="3004797" cy="707373"/>
              </a:xfrm>
              <a:prstGeom prst="rect">
                <a:avLst/>
              </a:prstGeom>
              <a:blipFill>
                <a:blip r:embed="rId3"/>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89E7ECA-122A-9415-687D-C942D9ED0F41}"/>
              </a:ext>
            </a:extLst>
          </p:cNvPr>
          <p:cNvSpPr txBox="1"/>
          <p:nvPr/>
        </p:nvSpPr>
        <p:spPr>
          <a:xfrm>
            <a:off x="3038496" y="2919658"/>
            <a:ext cx="6094378" cy="369332"/>
          </a:xfrm>
          <a:prstGeom prst="rect">
            <a:avLst/>
          </a:prstGeom>
          <a:noFill/>
        </p:spPr>
        <p:txBody>
          <a:bodyPr wrap="square">
            <a:spAutoFit/>
          </a:bodyPr>
          <a:lstStyle/>
          <a:p>
            <a:r>
              <a:rPr lang="en-US" sz="1800" dirty="0">
                <a:solidFill>
                  <a:srgbClr val="FF0000"/>
                </a:solidFill>
                <a:latin typeface="Arial" panose="020B0604020202020204" pitchFamily="34" charset="0"/>
                <a:cs typeface="Arial" panose="020B0604020202020204" pitchFamily="34" charset="0"/>
              </a:rPr>
              <a:t>How to go from pipe flow to open channel flow?</a:t>
            </a:r>
            <a:endParaRPr lang="en-US" dirty="0">
              <a:solidFill>
                <a:srgbClr val="FF000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F21285A-E105-FE37-214B-EAA064EB63DE}"/>
                  </a:ext>
                </a:extLst>
              </p:cNvPr>
              <p:cNvSpPr txBox="1"/>
              <p:nvPr/>
            </p:nvSpPr>
            <p:spPr>
              <a:xfrm>
                <a:off x="3360905" y="2079154"/>
                <a:ext cx="1262397" cy="5820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f</m:t>
                          </m:r>
                        </m:e>
                        <m:sub>
                          <m:r>
                            <m:rPr>
                              <m:sty m:val="p"/>
                            </m:rPr>
                            <a:rPr lang="en-US" sz="2000" b="0" i="0" smtClean="0">
                              <a:latin typeface="Cambria Math" panose="02040503050406030204" pitchFamily="18" charset="0"/>
                            </a:rPr>
                            <m:t>w</m:t>
                          </m:r>
                        </m:sub>
                      </m:sSub>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0.316</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𝑅𝑒</m:t>
                              </m:r>
                            </m:e>
                            <m:sup>
                              <m:r>
                                <a:rPr lang="en-US" sz="2000" b="0" i="1" smtClean="0">
                                  <a:latin typeface="Cambria Math" panose="02040503050406030204" pitchFamily="18" charset="0"/>
                                </a:rPr>
                                <m:t>1/4</m:t>
                              </m:r>
                            </m:sup>
                          </m:sSup>
                        </m:den>
                      </m:f>
                    </m:oMath>
                  </m:oMathPara>
                </a14:m>
                <a:endParaRPr lang="en-US" sz="2000" dirty="0"/>
              </a:p>
            </p:txBody>
          </p:sp>
        </mc:Choice>
        <mc:Fallback xmlns="">
          <p:sp>
            <p:nvSpPr>
              <p:cNvPr id="21" name="TextBox 20">
                <a:extLst>
                  <a:ext uri="{FF2B5EF4-FFF2-40B4-BE49-F238E27FC236}">
                    <a16:creationId xmlns:a16="http://schemas.microsoft.com/office/drawing/2014/main" id="{7F21285A-E105-FE37-214B-EAA064EB63DE}"/>
                  </a:ext>
                </a:extLst>
              </p:cNvPr>
              <p:cNvSpPr txBox="1">
                <a:spLocks noRot="1" noChangeAspect="1" noMove="1" noResize="1" noEditPoints="1" noAdjustHandles="1" noChangeArrowheads="1" noChangeShapeType="1" noTextEdit="1"/>
              </p:cNvSpPr>
              <p:nvPr/>
            </p:nvSpPr>
            <p:spPr>
              <a:xfrm>
                <a:off x="3360905" y="2079154"/>
                <a:ext cx="1262397" cy="582082"/>
              </a:xfrm>
              <a:prstGeom prst="rect">
                <a:avLst/>
              </a:prstGeom>
              <a:blipFill>
                <a:blip r:embed="rId4"/>
                <a:stretch>
                  <a:fillRect/>
                </a:stretch>
              </a:blipFill>
            </p:spPr>
            <p:txBody>
              <a:bodyPr/>
              <a:lstStyle/>
              <a:p>
                <a:r>
                  <a:rPr lang="en-US">
                    <a:noFill/>
                  </a:rPr>
                  <a:t> </a:t>
                </a:r>
              </a:p>
            </p:txBody>
          </p:sp>
        </mc:Fallback>
      </mc:AlternateContent>
      <p:sp>
        <p:nvSpPr>
          <p:cNvPr id="24" name="Rectangle: Rounded Corners 23">
            <a:extLst>
              <a:ext uri="{FF2B5EF4-FFF2-40B4-BE49-F238E27FC236}">
                <a16:creationId xmlns:a16="http://schemas.microsoft.com/office/drawing/2014/main" id="{43A3BEFE-F994-45AB-8349-647EFA0F6821}"/>
              </a:ext>
            </a:extLst>
          </p:cNvPr>
          <p:cNvSpPr/>
          <p:nvPr/>
        </p:nvSpPr>
        <p:spPr>
          <a:xfrm>
            <a:off x="1115569" y="2892832"/>
            <a:ext cx="10346724" cy="3532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panose="020B0604020202020204" pitchFamily="34" charset="0"/>
                <a:cs typeface="Arial" panose="020B0604020202020204" pitchFamily="34" charset="0"/>
              </a:rPr>
              <a:t>Darcy-Weisbach for pipe and open channel flow</a:t>
            </a: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Subscripts p and </a:t>
            </a:r>
            <a:r>
              <a:rPr lang="en-US" dirty="0" err="1">
                <a:latin typeface="Arial" panose="020B0604020202020204" pitchFamily="34" charset="0"/>
                <a:cs typeface="Arial" panose="020B0604020202020204" pitchFamily="34" charset="0"/>
              </a:rPr>
              <a:t>oc</a:t>
            </a:r>
            <a:r>
              <a:rPr lang="en-US" dirty="0">
                <a:latin typeface="Arial" panose="020B0604020202020204" pitchFamily="34" charset="0"/>
                <a:cs typeface="Arial" panose="020B0604020202020204" pitchFamily="34" charset="0"/>
              </a:rPr>
              <a:t> indicate pipe and open channel, respectively</a:t>
            </a:r>
          </a:p>
        </p:txBody>
      </p:sp>
      <p:sp>
        <p:nvSpPr>
          <p:cNvPr id="27" name="Oval 26">
            <a:extLst>
              <a:ext uri="{FF2B5EF4-FFF2-40B4-BE49-F238E27FC236}">
                <a16:creationId xmlns:a16="http://schemas.microsoft.com/office/drawing/2014/main" id="{E7688E11-22A1-9BD9-BBC4-5B1D65BD9E67}"/>
              </a:ext>
            </a:extLst>
          </p:cNvPr>
          <p:cNvSpPr/>
          <p:nvPr/>
        </p:nvSpPr>
        <p:spPr>
          <a:xfrm>
            <a:off x="1609268" y="4119785"/>
            <a:ext cx="914400" cy="9144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0B9E0E2D-531A-4FF8-A6F3-138753D9A441}"/>
              </a:ext>
            </a:extLst>
          </p:cNvPr>
          <p:cNvCxnSpPr>
            <a:cxnSpLocks/>
            <a:stCxn id="27" idx="0"/>
            <a:endCxn id="27" idx="4"/>
          </p:cNvCxnSpPr>
          <p:nvPr/>
        </p:nvCxnSpPr>
        <p:spPr>
          <a:xfrm>
            <a:off x="2066468" y="4119785"/>
            <a:ext cx="0" cy="914400"/>
          </a:xfrm>
          <a:prstGeom prst="straightConnector1">
            <a:avLst/>
          </a:prstGeom>
          <a:ln w="25400">
            <a:solidFill>
              <a:schemeClr val="tx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BF74431-6D75-1AEC-F8C3-167430103FF8}"/>
              </a:ext>
            </a:extLst>
          </p:cNvPr>
          <p:cNvSpPr txBox="1"/>
          <p:nvPr/>
        </p:nvSpPr>
        <p:spPr>
          <a:xfrm>
            <a:off x="2018762" y="4396331"/>
            <a:ext cx="308147" cy="369332"/>
          </a:xfrm>
          <a:prstGeom prst="rect">
            <a:avLst/>
          </a:prstGeom>
          <a:noFill/>
        </p:spPr>
        <p:txBody>
          <a:bodyPr wrap="square" rtlCol="0">
            <a:spAutoFit/>
          </a:bodyPr>
          <a:lstStyle/>
          <a:p>
            <a:r>
              <a:rPr lang="en-US" dirty="0"/>
              <a:t>d</a:t>
            </a: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0F46D119-9930-5947-1864-45B45A93E071}"/>
                  </a:ext>
                </a:extLst>
              </p:cNvPr>
              <p:cNvSpPr txBox="1"/>
              <p:nvPr/>
            </p:nvSpPr>
            <p:spPr>
              <a:xfrm>
                <a:off x="2791676" y="4051515"/>
                <a:ext cx="1273361" cy="671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𝑓</m:t>
                          </m:r>
                        </m:sub>
                      </m:sSub>
                      <m:r>
                        <a:rPr lang="en-US" sz="2000" b="0" i="0"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𝑓</m:t>
                      </m:r>
                      <m:f>
                        <m:fPr>
                          <m:ctrlPr>
                            <a:rPr lang="en-US" sz="2000" b="0" i="1" smtClean="0">
                              <a:solidFill>
                                <a:schemeClr val="bg1"/>
                              </a:solidFill>
                              <a:latin typeface="Cambria Math" panose="02040503050406030204" pitchFamily="18" charset="0"/>
                            </a:rPr>
                          </m:ctrlPr>
                        </m:fPr>
                        <m:num>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𝑈</m:t>
                              </m:r>
                            </m:e>
                            <m:sup>
                              <m:r>
                                <a:rPr lang="en-US" sz="2000" b="0" i="1" smtClean="0">
                                  <a:solidFill>
                                    <a:schemeClr val="bg1"/>
                                  </a:solidFill>
                                  <a:latin typeface="Cambria Math" panose="02040503050406030204" pitchFamily="18" charset="0"/>
                                </a:rPr>
                                <m:t>2</m:t>
                              </m:r>
                            </m:sup>
                          </m:sSup>
                        </m:num>
                        <m:den>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𝑔𝑑</m:t>
                          </m:r>
                        </m:den>
                      </m:f>
                    </m:oMath>
                  </m:oMathPara>
                </a14:m>
                <a:endParaRPr lang="en-US" sz="2000" dirty="0">
                  <a:solidFill>
                    <a:schemeClr val="bg1"/>
                  </a:solidFill>
                </a:endParaRPr>
              </a:p>
            </p:txBody>
          </p:sp>
        </mc:Choice>
        <mc:Fallback>
          <p:sp>
            <p:nvSpPr>
              <p:cNvPr id="37" name="TextBox 36">
                <a:extLst>
                  <a:ext uri="{FF2B5EF4-FFF2-40B4-BE49-F238E27FC236}">
                    <a16:creationId xmlns:a16="http://schemas.microsoft.com/office/drawing/2014/main" id="{0F46D119-9930-5947-1864-45B45A93E071}"/>
                  </a:ext>
                </a:extLst>
              </p:cNvPr>
              <p:cNvSpPr txBox="1">
                <a:spLocks noRot="1" noChangeAspect="1" noMove="1" noResize="1" noEditPoints="1" noAdjustHandles="1" noChangeArrowheads="1" noChangeShapeType="1" noTextEdit="1"/>
              </p:cNvSpPr>
              <p:nvPr/>
            </p:nvSpPr>
            <p:spPr>
              <a:xfrm>
                <a:off x="2791676" y="4051515"/>
                <a:ext cx="1273361" cy="671530"/>
              </a:xfrm>
              <a:prstGeom prst="rect">
                <a:avLst/>
              </a:prstGeom>
              <a:blipFill>
                <a:blip r:embed="rId5"/>
                <a:stretch>
                  <a:fillRect/>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BA6EFDB7-650F-6D21-8A7F-BF4D35FFEF88}"/>
              </a:ext>
            </a:extLst>
          </p:cNvPr>
          <p:cNvSpPr/>
          <p:nvPr/>
        </p:nvSpPr>
        <p:spPr>
          <a:xfrm>
            <a:off x="5539234" y="4436086"/>
            <a:ext cx="675576" cy="479528"/>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94CCB507-461A-5A39-7DBE-F17313CBFE30}"/>
              </a:ext>
            </a:extLst>
          </p:cNvPr>
          <p:cNvCxnSpPr/>
          <p:nvPr/>
        </p:nvCxnSpPr>
        <p:spPr>
          <a:xfrm>
            <a:off x="5539234" y="4119785"/>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F201D70-A94A-AF4E-36FE-B0C4A2837F94}"/>
              </a:ext>
            </a:extLst>
          </p:cNvPr>
          <p:cNvCxnSpPr/>
          <p:nvPr/>
        </p:nvCxnSpPr>
        <p:spPr>
          <a:xfrm>
            <a:off x="6209250" y="4119785"/>
            <a:ext cx="0" cy="795830"/>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0BA90EF-C8C2-2467-82B3-E1B33DFA2EA4}"/>
              </a:ext>
            </a:extLst>
          </p:cNvPr>
          <p:cNvCxnSpPr>
            <a:cxnSpLocks/>
          </p:cNvCxnSpPr>
          <p:nvPr/>
        </p:nvCxnSpPr>
        <p:spPr>
          <a:xfrm>
            <a:off x="5770960" y="4417886"/>
            <a:ext cx="0" cy="525548"/>
          </a:xfrm>
          <a:prstGeom prst="straightConnector1">
            <a:avLst/>
          </a:prstGeom>
          <a:ln w="25400">
            <a:solidFill>
              <a:schemeClr val="tx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2535AC2A-B24D-6196-42EA-569B9500EDA7}"/>
              </a:ext>
            </a:extLst>
          </p:cNvPr>
          <p:cNvSpPr txBox="1"/>
          <p:nvPr/>
        </p:nvSpPr>
        <p:spPr>
          <a:xfrm>
            <a:off x="5742274" y="4465867"/>
            <a:ext cx="308147" cy="369332"/>
          </a:xfrm>
          <a:prstGeom prst="rect">
            <a:avLst/>
          </a:prstGeom>
          <a:noFill/>
        </p:spPr>
        <p:txBody>
          <a:bodyPr wrap="square" rtlCol="0">
            <a:spAutoFit/>
          </a:bodyPr>
          <a:lstStyle/>
          <a:p>
            <a:r>
              <a:rPr lang="en-US" dirty="0"/>
              <a:t>H</a:t>
            </a:r>
          </a:p>
        </p:txBody>
      </p:sp>
      <p:cxnSp>
        <p:nvCxnSpPr>
          <p:cNvPr id="44" name="Straight Arrow Connector 43">
            <a:extLst>
              <a:ext uri="{FF2B5EF4-FFF2-40B4-BE49-F238E27FC236}">
                <a16:creationId xmlns:a16="http://schemas.microsoft.com/office/drawing/2014/main" id="{15BC3CF7-7291-9211-27DB-9E2485C5C3C2}"/>
              </a:ext>
            </a:extLst>
          </p:cNvPr>
          <p:cNvCxnSpPr>
            <a:cxnSpLocks/>
          </p:cNvCxnSpPr>
          <p:nvPr/>
        </p:nvCxnSpPr>
        <p:spPr>
          <a:xfrm flipH="1">
            <a:off x="5539234" y="4005672"/>
            <a:ext cx="665259" cy="0"/>
          </a:xfrm>
          <a:prstGeom prst="straightConnector1">
            <a:avLst/>
          </a:prstGeom>
          <a:ln w="25400">
            <a:solidFill>
              <a:schemeClr val="bg1"/>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E70CEA1-03A5-EE7C-26FE-AFBB04A79E90}"/>
              </a:ext>
            </a:extLst>
          </p:cNvPr>
          <p:cNvSpPr txBox="1"/>
          <p:nvPr/>
        </p:nvSpPr>
        <p:spPr>
          <a:xfrm>
            <a:off x="5688683" y="3692176"/>
            <a:ext cx="308147" cy="369332"/>
          </a:xfrm>
          <a:prstGeom prst="rect">
            <a:avLst/>
          </a:prstGeom>
          <a:noFill/>
        </p:spPr>
        <p:txBody>
          <a:bodyPr wrap="square" rtlCol="0">
            <a:spAutoFit/>
          </a:bodyPr>
          <a:lstStyle/>
          <a:p>
            <a:r>
              <a:rPr lang="en-US" dirty="0">
                <a:solidFill>
                  <a:schemeClr val="bg1"/>
                </a:solidFill>
              </a:rPr>
              <a:t>B</a:t>
            </a:r>
          </a:p>
        </p:txBody>
      </p:sp>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16AEDFC1-D920-D938-80FF-CB5E6A597A4C}"/>
                  </a:ext>
                </a:extLst>
              </p:cNvPr>
              <p:cNvSpPr txBox="1"/>
              <p:nvPr/>
            </p:nvSpPr>
            <p:spPr>
              <a:xfrm>
                <a:off x="6581072" y="4139552"/>
                <a:ext cx="1656094" cy="6803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𝑓</m:t>
                          </m:r>
                        </m:sub>
                      </m:sSub>
                      <m:r>
                        <a:rPr lang="en-US" sz="2000" b="0" i="0"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𝑆</m:t>
                      </m:r>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𝐶</m:t>
                              </m:r>
                            </m:e>
                            <m:sub>
                              <m:r>
                                <a:rPr lang="en-US" sz="2000" b="0" i="1" smtClean="0">
                                  <a:solidFill>
                                    <a:schemeClr val="bg1"/>
                                  </a:solidFill>
                                  <a:latin typeface="Cambria Math" panose="02040503050406030204" pitchFamily="18" charset="0"/>
                                </a:rPr>
                                <m:t>𝑓</m:t>
                              </m:r>
                            </m:sub>
                          </m:sSub>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𝑈</m:t>
                              </m:r>
                            </m:e>
                            <m:sup>
                              <m:r>
                                <a:rPr lang="en-US" sz="2000" b="0" i="1" smtClean="0">
                                  <a:solidFill>
                                    <a:schemeClr val="bg1"/>
                                  </a:solidFill>
                                  <a:latin typeface="Cambria Math" panose="02040503050406030204" pitchFamily="18" charset="0"/>
                                </a:rPr>
                                <m:t>2</m:t>
                              </m:r>
                            </m:sup>
                          </m:sSup>
                        </m:num>
                        <m:den>
                          <m:r>
                            <a:rPr lang="en-US" sz="2000" b="0" i="1" smtClean="0">
                              <a:solidFill>
                                <a:schemeClr val="bg1"/>
                              </a:solidFill>
                              <a:latin typeface="Cambria Math" panose="02040503050406030204" pitchFamily="18" charset="0"/>
                            </a:rPr>
                            <m:t>𝑔𝑟</m:t>
                          </m:r>
                        </m:den>
                      </m:f>
                    </m:oMath>
                  </m:oMathPara>
                </a14:m>
                <a:endParaRPr lang="en-US" sz="2000" dirty="0">
                  <a:solidFill>
                    <a:schemeClr val="bg1"/>
                  </a:solidFill>
                </a:endParaRPr>
              </a:p>
            </p:txBody>
          </p:sp>
        </mc:Choice>
        <mc:Fallback>
          <p:sp>
            <p:nvSpPr>
              <p:cNvPr id="47" name="TextBox 46">
                <a:extLst>
                  <a:ext uri="{FF2B5EF4-FFF2-40B4-BE49-F238E27FC236}">
                    <a16:creationId xmlns:a16="http://schemas.microsoft.com/office/drawing/2014/main" id="{16AEDFC1-D920-D938-80FF-CB5E6A597A4C}"/>
                  </a:ext>
                </a:extLst>
              </p:cNvPr>
              <p:cNvSpPr txBox="1">
                <a:spLocks noRot="1" noChangeAspect="1" noMove="1" noResize="1" noEditPoints="1" noAdjustHandles="1" noChangeArrowheads="1" noChangeShapeType="1" noTextEdit="1"/>
              </p:cNvSpPr>
              <p:nvPr/>
            </p:nvSpPr>
            <p:spPr>
              <a:xfrm>
                <a:off x="6581072" y="4139552"/>
                <a:ext cx="1656094" cy="68037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408114CB-389A-E62F-4C31-B23AA958CA7D}"/>
                  </a:ext>
                </a:extLst>
              </p:cNvPr>
              <p:cNvSpPr txBox="1"/>
              <p:nvPr/>
            </p:nvSpPr>
            <p:spPr>
              <a:xfrm>
                <a:off x="2436097" y="4944903"/>
                <a:ext cx="1984518" cy="816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𝑟</m:t>
                      </m:r>
                      <m:r>
                        <a:rPr lang="en-US" sz="2000" b="0" i="0"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𝐴</m:t>
                          </m:r>
                        </m:num>
                        <m:den>
                          <m:r>
                            <a:rPr lang="en-US" sz="2000" b="0" i="1" smtClean="0">
                              <a:solidFill>
                                <a:schemeClr val="bg1"/>
                              </a:solidFill>
                              <a:latin typeface="Cambria Math" panose="02040503050406030204" pitchFamily="18" charset="0"/>
                            </a:rPr>
                            <m:t>𝑃</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ea typeface="Cambria Math" panose="02040503050406030204" pitchFamily="18" charset="0"/>
                            </a:rPr>
                            <m:t>𝜋</m:t>
                          </m:r>
                          <m:f>
                            <m:fPr>
                              <m:ctrlPr>
                                <a:rPr lang="en-US" sz="2000" b="0" i="1" smtClean="0">
                                  <a:solidFill>
                                    <a:schemeClr val="bg1"/>
                                  </a:solidFill>
                                  <a:latin typeface="Cambria Math" panose="02040503050406030204" pitchFamily="18" charset="0"/>
                                  <a:ea typeface="Cambria Math" panose="02040503050406030204" pitchFamily="18" charset="0"/>
                                </a:rPr>
                              </m:ctrlPr>
                            </m:fPr>
                            <m:num>
                              <m:sSup>
                                <m:sSupPr>
                                  <m:ctrlPr>
                                    <a:rPr lang="en-US" sz="2000" b="0" i="1" smtClean="0">
                                      <a:solidFill>
                                        <a:schemeClr val="bg1"/>
                                      </a:solidFill>
                                      <a:latin typeface="Cambria Math" panose="02040503050406030204" pitchFamily="18" charset="0"/>
                                      <a:ea typeface="Cambria Math" panose="02040503050406030204" pitchFamily="18" charset="0"/>
                                    </a:rPr>
                                  </m:ctrlPr>
                                </m:sSupPr>
                                <m:e>
                                  <m:r>
                                    <a:rPr lang="en-US" sz="2000" b="0" i="1" smtClean="0">
                                      <a:solidFill>
                                        <a:schemeClr val="bg1"/>
                                      </a:solidFill>
                                      <a:latin typeface="Cambria Math" panose="02040503050406030204" pitchFamily="18" charset="0"/>
                                      <a:ea typeface="Cambria Math" panose="02040503050406030204" pitchFamily="18" charset="0"/>
                                    </a:rPr>
                                    <m:t>𝑑</m:t>
                                  </m:r>
                                </m:e>
                                <m:sup>
                                  <m:r>
                                    <a:rPr lang="en-US" sz="2000" b="0" i="1" smtClean="0">
                                      <a:solidFill>
                                        <a:schemeClr val="bg1"/>
                                      </a:solidFill>
                                      <a:latin typeface="Cambria Math" panose="02040503050406030204" pitchFamily="18" charset="0"/>
                                      <a:ea typeface="Cambria Math" panose="02040503050406030204" pitchFamily="18" charset="0"/>
                                    </a:rPr>
                                    <m:t>2</m:t>
                                  </m:r>
                                </m:sup>
                              </m:sSup>
                            </m:num>
                            <m:den>
                              <m:r>
                                <a:rPr lang="en-US" sz="2000" b="0" i="1" smtClean="0">
                                  <a:solidFill>
                                    <a:schemeClr val="bg1"/>
                                  </a:solidFill>
                                  <a:latin typeface="Cambria Math" panose="02040503050406030204" pitchFamily="18" charset="0"/>
                                  <a:ea typeface="Cambria Math" panose="02040503050406030204" pitchFamily="18" charset="0"/>
                                </a:rPr>
                                <m:t>4</m:t>
                              </m:r>
                            </m:den>
                          </m:f>
                        </m:num>
                        <m:den>
                          <m:r>
                            <a:rPr lang="en-US" sz="2000" b="0" i="1" smtClean="0">
                              <a:solidFill>
                                <a:schemeClr val="bg1"/>
                              </a:solidFill>
                              <a:latin typeface="Cambria Math" panose="02040503050406030204" pitchFamily="18" charset="0"/>
                              <a:ea typeface="Cambria Math" panose="02040503050406030204" pitchFamily="18" charset="0"/>
                            </a:rPr>
                            <m:t>𝜋</m:t>
                          </m:r>
                          <m:r>
                            <a:rPr lang="en-US" sz="2000" b="0" i="1" smtClean="0">
                              <a:solidFill>
                                <a:schemeClr val="bg1"/>
                              </a:solidFill>
                              <a:latin typeface="Cambria Math" panose="02040503050406030204" pitchFamily="18" charset="0"/>
                              <a:ea typeface="Cambria Math" panose="02040503050406030204" pitchFamily="18" charset="0"/>
                            </a:rPr>
                            <m:t>𝑑</m:t>
                          </m:r>
                        </m:den>
                      </m:f>
                      <m:r>
                        <a:rPr lang="en-US" sz="2000" b="0" i="1"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𝑑</m:t>
                          </m:r>
                        </m:num>
                        <m:den>
                          <m:r>
                            <a:rPr lang="en-US" sz="2000" b="0" i="1" smtClean="0">
                              <a:solidFill>
                                <a:schemeClr val="bg1"/>
                              </a:solidFill>
                              <a:latin typeface="Cambria Math" panose="02040503050406030204" pitchFamily="18" charset="0"/>
                            </a:rPr>
                            <m:t>4</m:t>
                          </m:r>
                        </m:den>
                      </m:f>
                    </m:oMath>
                  </m:oMathPara>
                </a14:m>
                <a:endParaRPr lang="en-US" sz="2000" dirty="0">
                  <a:solidFill>
                    <a:schemeClr val="bg1"/>
                  </a:solidFill>
                </a:endParaRPr>
              </a:p>
            </p:txBody>
          </p:sp>
        </mc:Choice>
        <mc:Fallback>
          <p:sp>
            <p:nvSpPr>
              <p:cNvPr id="49" name="TextBox 48">
                <a:extLst>
                  <a:ext uri="{FF2B5EF4-FFF2-40B4-BE49-F238E27FC236}">
                    <a16:creationId xmlns:a16="http://schemas.microsoft.com/office/drawing/2014/main" id="{408114CB-389A-E62F-4C31-B23AA958CA7D}"/>
                  </a:ext>
                </a:extLst>
              </p:cNvPr>
              <p:cNvSpPr txBox="1">
                <a:spLocks noRot="1" noChangeAspect="1" noMove="1" noResize="1" noEditPoints="1" noAdjustHandles="1" noChangeArrowheads="1" noChangeShapeType="1" noTextEdit="1"/>
              </p:cNvSpPr>
              <p:nvPr/>
            </p:nvSpPr>
            <p:spPr>
              <a:xfrm>
                <a:off x="2436097" y="4944903"/>
                <a:ext cx="1984518" cy="81695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65CA50FC-8C5A-E578-E241-6433D02D6FDB}"/>
                  </a:ext>
                </a:extLst>
              </p:cNvPr>
              <p:cNvSpPr txBox="1"/>
              <p:nvPr/>
            </p:nvSpPr>
            <p:spPr>
              <a:xfrm>
                <a:off x="4941449" y="5089076"/>
                <a:ext cx="1386277" cy="671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𝑆</m:t>
                          </m:r>
                        </m:e>
                        <m:sub>
                          <m:r>
                            <a:rPr lang="en-US" sz="2000" b="0" i="1" smtClean="0">
                              <a:solidFill>
                                <a:schemeClr val="bg1"/>
                              </a:solidFill>
                              <a:latin typeface="Cambria Math" panose="02040503050406030204" pitchFamily="18" charset="0"/>
                            </a:rPr>
                            <m:t>𝑓</m:t>
                          </m:r>
                        </m:sub>
                      </m:sSub>
                      <m:r>
                        <a:rPr lang="en-US" sz="2000" b="0" i="0"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𝑓</m:t>
                      </m:r>
                      <m:f>
                        <m:fPr>
                          <m:ctrlPr>
                            <a:rPr lang="en-US" sz="2000" b="0" i="1" smtClean="0">
                              <a:solidFill>
                                <a:schemeClr val="bg1"/>
                              </a:solidFill>
                              <a:latin typeface="Cambria Math" panose="02040503050406030204" pitchFamily="18" charset="0"/>
                            </a:rPr>
                          </m:ctrlPr>
                        </m:fPr>
                        <m:num>
                          <m:sSup>
                            <m:sSupPr>
                              <m:ctrlPr>
                                <a:rPr lang="en-US" sz="2000" b="0" i="1" smtClean="0">
                                  <a:solidFill>
                                    <a:schemeClr val="bg1"/>
                                  </a:solidFill>
                                  <a:latin typeface="Cambria Math" panose="02040503050406030204" pitchFamily="18" charset="0"/>
                                </a:rPr>
                              </m:ctrlPr>
                            </m:sSupPr>
                            <m:e>
                              <m:r>
                                <a:rPr lang="en-US" sz="2000" b="0" i="1" smtClean="0">
                                  <a:solidFill>
                                    <a:schemeClr val="bg1"/>
                                  </a:solidFill>
                                  <a:latin typeface="Cambria Math" panose="02040503050406030204" pitchFamily="18" charset="0"/>
                                </a:rPr>
                                <m:t>𝑈</m:t>
                              </m:r>
                            </m:e>
                            <m:sup>
                              <m:r>
                                <a:rPr lang="en-US" sz="2000" b="0" i="1" smtClean="0">
                                  <a:solidFill>
                                    <a:schemeClr val="bg1"/>
                                  </a:solidFill>
                                  <a:latin typeface="Cambria Math" panose="02040503050406030204" pitchFamily="18" charset="0"/>
                                </a:rPr>
                                <m:t>2</m:t>
                              </m:r>
                            </m:sup>
                          </m:sSup>
                        </m:num>
                        <m:den>
                          <m:r>
                            <a:rPr lang="en-US" sz="2000" b="0" i="1" smtClean="0">
                              <a:solidFill>
                                <a:schemeClr val="bg1"/>
                              </a:solidFill>
                              <a:latin typeface="Cambria Math" panose="02040503050406030204" pitchFamily="18" charset="0"/>
                            </a:rPr>
                            <m:t>2</m:t>
                          </m:r>
                          <m:r>
                            <a:rPr lang="en-US" sz="2000" b="0" i="1" smtClean="0">
                              <a:solidFill>
                                <a:schemeClr val="bg1"/>
                              </a:solidFill>
                              <a:latin typeface="Cambria Math" panose="02040503050406030204" pitchFamily="18" charset="0"/>
                            </a:rPr>
                            <m:t>𝑔</m:t>
                          </m:r>
                          <m:r>
                            <a:rPr lang="en-US" sz="2000" b="0" i="1" smtClean="0">
                              <a:solidFill>
                                <a:schemeClr val="bg1"/>
                              </a:solidFill>
                              <a:latin typeface="Cambria Math" panose="02040503050406030204" pitchFamily="18" charset="0"/>
                            </a:rPr>
                            <m:t>4</m:t>
                          </m:r>
                          <m:r>
                            <a:rPr lang="en-US" sz="2000" b="0" i="1" smtClean="0">
                              <a:solidFill>
                                <a:schemeClr val="bg1"/>
                              </a:solidFill>
                              <a:latin typeface="Cambria Math" panose="02040503050406030204" pitchFamily="18" charset="0"/>
                            </a:rPr>
                            <m:t>𝑟</m:t>
                          </m:r>
                        </m:den>
                      </m:f>
                    </m:oMath>
                  </m:oMathPara>
                </a14:m>
                <a:endParaRPr lang="en-US" sz="2000" dirty="0">
                  <a:solidFill>
                    <a:schemeClr val="bg1"/>
                  </a:solidFill>
                </a:endParaRPr>
              </a:p>
            </p:txBody>
          </p:sp>
        </mc:Choice>
        <mc:Fallback>
          <p:sp>
            <p:nvSpPr>
              <p:cNvPr id="51" name="TextBox 50">
                <a:extLst>
                  <a:ext uri="{FF2B5EF4-FFF2-40B4-BE49-F238E27FC236}">
                    <a16:creationId xmlns:a16="http://schemas.microsoft.com/office/drawing/2014/main" id="{65CA50FC-8C5A-E578-E241-6433D02D6FDB}"/>
                  </a:ext>
                </a:extLst>
              </p:cNvPr>
              <p:cNvSpPr txBox="1">
                <a:spLocks noRot="1" noChangeAspect="1" noMove="1" noResize="1" noEditPoints="1" noAdjustHandles="1" noChangeArrowheads="1" noChangeShapeType="1" noTextEdit="1"/>
              </p:cNvSpPr>
              <p:nvPr/>
            </p:nvSpPr>
            <p:spPr>
              <a:xfrm>
                <a:off x="4941449" y="5089076"/>
                <a:ext cx="1386277" cy="67153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87ECA422-12D8-453D-10A6-D7C8ECD3E564}"/>
                  </a:ext>
                </a:extLst>
              </p:cNvPr>
              <p:cNvSpPr txBox="1"/>
              <p:nvPr/>
            </p:nvSpPr>
            <p:spPr>
              <a:xfrm>
                <a:off x="6762572" y="5089076"/>
                <a:ext cx="785921" cy="5851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𝑓</m:t>
                          </m:r>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𝐶</m:t>
                          </m:r>
                        </m:e>
                        <m:sub>
                          <m:r>
                            <a:rPr lang="en-US" sz="2000" b="0" i="1" smtClean="0">
                              <a:solidFill>
                                <a:schemeClr val="bg1"/>
                              </a:solidFill>
                              <a:latin typeface="Cambria Math" panose="02040503050406030204" pitchFamily="18" charset="0"/>
                            </a:rPr>
                            <m:t>𝑓</m:t>
                          </m:r>
                        </m:sub>
                      </m:sSub>
                    </m:oMath>
                  </m:oMathPara>
                </a14:m>
                <a:endParaRPr lang="en-US" sz="2000" dirty="0">
                  <a:solidFill>
                    <a:schemeClr val="bg1"/>
                  </a:solidFill>
                </a:endParaRPr>
              </a:p>
            </p:txBody>
          </p:sp>
        </mc:Choice>
        <mc:Fallback>
          <p:sp>
            <p:nvSpPr>
              <p:cNvPr id="53" name="TextBox 52">
                <a:extLst>
                  <a:ext uri="{FF2B5EF4-FFF2-40B4-BE49-F238E27FC236}">
                    <a16:creationId xmlns:a16="http://schemas.microsoft.com/office/drawing/2014/main" id="{87ECA422-12D8-453D-10A6-D7C8ECD3E564}"/>
                  </a:ext>
                </a:extLst>
              </p:cNvPr>
              <p:cNvSpPr txBox="1">
                <a:spLocks noRot="1" noChangeAspect="1" noMove="1" noResize="1" noEditPoints="1" noAdjustHandles="1" noChangeArrowheads="1" noChangeShapeType="1" noTextEdit="1"/>
              </p:cNvSpPr>
              <p:nvPr/>
            </p:nvSpPr>
            <p:spPr>
              <a:xfrm>
                <a:off x="6762572" y="5089076"/>
                <a:ext cx="785921" cy="585160"/>
              </a:xfrm>
              <a:prstGeom prst="rect">
                <a:avLst/>
              </a:prstGeom>
              <a:blipFill>
                <a:blip r:embed="rId9"/>
                <a:stretch>
                  <a:fillRect/>
                </a:stretch>
              </a:blipFill>
            </p:spPr>
            <p:txBody>
              <a:bodyPr/>
              <a:lstStyle/>
              <a:p>
                <a:r>
                  <a:rPr lang="en-US">
                    <a:noFill/>
                  </a:rPr>
                  <a:t> </a:t>
                </a:r>
              </a:p>
            </p:txBody>
          </p:sp>
        </mc:Fallback>
      </mc:AlternateContent>
      <p:sp>
        <p:nvSpPr>
          <p:cNvPr id="54" name="Slide Number Placeholder 53">
            <a:extLst>
              <a:ext uri="{FF2B5EF4-FFF2-40B4-BE49-F238E27FC236}">
                <a16:creationId xmlns:a16="http://schemas.microsoft.com/office/drawing/2014/main" id="{6395044B-17B0-01DF-B049-3FD8A847F1BE}"/>
              </a:ext>
            </a:extLst>
          </p:cNvPr>
          <p:cNvSpPr>
            <a:spLocks noGrp="1"/>
          </p:cNvSpPr>
          <p:nvPr>
            <p:ph type="sldNum" sz="quarter" idx="12"/>
          </p:nvPr>
        </p:nvSpPr>
        <p:spPr/>
        <p:txBody>
          <a:bodyPr/>
          <a:lstStyle/>
          <a:p>
            <a:fld id="{4A4F8EDE-F60B-401C-9000-D80EB40E4DA9}" type="slidenum">
              <a:rPr lang="en-US" smtClean="0"/>
              <a:t>26</a:t>
            </a:fld>
            <a:endParaRPr lang="en-US" dirty="0"/>
          </a:p>
        </p:txBody>
      </p:sp>
      <p:sp>
        <p:nvSpPr>
          <p:cNvPr id="5" name="TextBox 4">
            <a:extLst>
              <a:ext uri="{FF2B5EF4-FFF2-40B4-BE49-F238E27FC236}">
                <a16:creationId xmlns:a16="http://schemas.microsoft.com/office/drawing/2014/main" id="{8AB64A30-BE58-F052-8A2B-94DFEE77BDBB}"/>
              </a:ext>
            </a:extLst>
          </p:cNvPr>
          <p:cNvSpPr txBox="1"/>
          <p:nvPr/>
        </p:nvSpPr>
        <p:spPr>
          <a:xfrm>
            <a:off x="7624149" y="5248594"/>
            <a:ext cx="704533" cy="369332"/>
          </a:xfrm>
          <a:prstGeom prst="rect">
            <a:avLst/>
          </a:prstGeom>
          <a:noFill/>
        </p:spPr>
        <p:txBody>
          <a:bodyPr wrap="square" rtlCol="0">
            <a:spAutoFit/>
          </a:bodyPr>
          <a:lstStyle/>
          <a:p>
            <a:r>
              <a:rPr lang="en-US" dirty="0">
                <a:solidFill>
                  <a:schemeClr val="bg1"/>
                </a:solidFill>
                <a:latin typeface="Arial" panose="020B0604020202020204" pitchFamily="34" charset="0"/>
                <a:cs typeface="Arial" panose="020B0604020202020204" pitchFamily="34" charset="0"/>
              </a:rPr>
              <a:t>and</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588AC0E-21D3-23C2-0431-DA2ABCC77A84}"/>
                  </a:ext>
                </a:extLst>
              </p:cNvPr>
              <p:cNvSpPr txBox="1"/>
              <p:nvPr/>
            </p:nvSpPr>
            <p:spPr>
              <a:xfrm>
                <a:off x="8361576" y="5107545"/>
                <a:ext cx="2945742" cy="583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𝑅</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𝑒</m:t>
                          </m:r>
                        </m:e>
                        <m:sub>
                          <m:r>
                            <a:rPr lang="en-US" sz="2000" b="0" i="1" smtClean="0">
                              <a:solidFill>
                                <a:schemeClr val="bg1"/>
                              </a:solidFill>
                              <a:latin typeface="Cambria Math" panose="02040503050406030204" pitchFamily="18" charset="0"/>
                            </a:rPr>
                            <m:t>𝑝</m:t>
                          </m:r>
                        </m:sub>
                      </m:sSub>
                      <m:r>
                        <a:rPr lang="en-US" sz="2000" b="0" i="0" smtClean="0">
                          <a:solidFill>
                            <a:schemeClr val="bg1"/>
                          </a:solidFill>
                          <a:latin typeface="Cambria Math" panose="02040503050406030204" pitchFamily="18" charset="0"/>
                        </a:rPr>
                        <m:t>=</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𝑈𝑑</m:t>
                          </m:r>
                        </m:num>
                        <m:den>
                          <m:r>
                            <a:rPr lang="en-US" sz="2000" b="0" i="1" smtClean="0">
                              <a:solidFill>
                                <a:schemeClr val="bg1"/>
                              </a:solidFill>
                              <a:latin typeface="Cambria Math" panose="02040503050406030204" pitchFamily="18" charset="0"/>
                              <a:ea typeface="Cambria Math" panose="02040503050406030204" pitchFamily="18" charset="0"/>
                            </a:rPr>
                            <m:t>𝜈</m:t>
                          </m:r>
                        </m:den>
                      </m:f>
                      <m:r>
                        <a:rPr lang="en-US" sz="2000" b="0" i="1" smtClean="0">
                          <a:solidFill>
                            <a:schemeClr val="bg1"/>
                          </a:solidFill>
                          <a:latin typeface="Cambria Math" panose="02040503050406030204" pitchFamily="18" charset="0"/>
                        </a:rPr>
                        <m:t>=4</m:t>
                      </m:r>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𝑈𝑟</m:t>
                          </m:r>
                        </m:num>
                        <m:den>
                          <m:r>
                            <a:rPr lang="en-US" sz="2000" b="0" i="1" smtClean="0">
                              <a:solidFill>
                                <a:schemeClr val="bg1"/>
                              </a:solidFill>
                              <a:latin typeface="Cambria Math" panose="02040503050406030204" pitchFamily="18" charset="0"/>
                              <a:ea typeface="Cambria Math" panose="02040503050406030204" pitchFamily="18" charset="0"/>
                            </a:rPr>
                            <m:t>𝜈</m:t>
                          </m:r>
                        </m:den>
                      </m:f>
                      <m:r>
                        <a:rPr lang="en-US" sz="2000" b="0" i="0" smtClean="0">
                          <a:solidFill>
                            <a:schemeClr val="bg1"/>
                          </a:solidFill>
                          <a:latin typeface="Cambria Math" panose="02040503050406030204" pitchFamily="18" charset="0"/>
                        </a:rPr>
                        <m:t>=4</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𝑅𝑒</m:t>
                          </m:r>
                        </m:e>
                        <m:sub>
                          <m:r>
                            <a:rPr lang="en-US" sz="2000" b="0" i="1" smtClean="0">
                              <a:solidFill>
                                <a:schemeClr val="bg1"/>
                              </a:solidFill>
                              <a:latin typeface="Cambria Math" panose="02040503050406030204" pitchFamily="18" charset="0"/>
                            </a:rPr>
                            <m:t>𝑜𝑐</m:t>
                          </m:r>
                        </m:sub>
                      </m:sSub>
                    </m:oMath>
                  </m:oMathPara>
                </a14:m>
                <a:endParaRPr lang="en-US" sz="2000" b="0" i="1" dirty="0">
                  <a:solidFill>
                    <a:schemeClr val="bg1"/>
                  </a:solidFill>
                </a:endParaRPr>
              </a:p>
            </p:txBody>
          </p:sp>
        </mc:Choice>
        <mc:Fallback>
          <p:sp>
            <p:nvSpPr>
              <p:cNvPr id="9" name="TextBox 8">
                <a:extLst>
                  <a:ext uri="{FF2B5EF4-FFF2-40B4-BE49-F238E27FC236}">
                    <a16:creationId xmlns:a16="http://schemas.microsoft.com/office/drawing/2014/main" id="{D588AC0E-21D3-23C2-0431-DA2ABCC77A84}"/>
                  </a:ext>
                </a:extLst>
              </p:cNvPr>
              <p:cNvSpPr txBox="1">
                <a:spLocks noRot="1" noChangeAspect="1" noMove="1" noResize="1" noEditPoints="1" noAdjustHandles="1" noChangeArrowheads="1" noChangeShapeType="1" noTextEdit="1"/>
              </p:cNvSpPr>
              <p:nvPr/>
            </p:nvSpPr>
            <p:spPr>
              <a:xfrm>
                <a:off x="8361576" y="5107545"/>
                <a:ext cx="2945742" cy="583493"/>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29638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FDDA3-ED24-6EFE-7C35-6367822D705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975C006-F2E4-3EB6-E51D-517D1AC68B05}"/>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83996B7-EFA4-1CDD-4D06-961B3ADD85E2}"/>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01A7F49-2D4E-DC83-7EC7-F392379D7CDF}"/>
              </a:ext>
            </a:extLst>
          </p:cNvPr>
          <p:cNvSpPr txBox="1"/>
          <p:nvPr/>
        </p:nvSpPr>
        <p:spPr>
          <a:xfrm>
            <a:off x="996787"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Friction coefficient in the wall region</a:t>
            </a:r>
          </a:p>
        </p:txBody>
      </p:sp>
      <p:cxnSp>
        <p:nvCxnSpPr>
          <p:cNvPr id="4" name="Straight Connector 3">
            <a:extLst>
              <a:ext uri="{FF2B5EF4-FFF2-40B4-BE49-F238E27FC236}">
                <a16:creationId xmlns:a16="http://schemas.microsoft.com/office/drawing/2014/main" id="{A6AC22FD-9094-ACD1-7CE0-F6B68AFC09C0}"/>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A5418E7-33F4-ED19-373A-EC1F6AB968B1}"/>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D048C0-421F-0B6B-8C4C-226B11C85089}"/>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E14B6B4-FA39-D18D-C0C6-F91436289076}"/>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15" name="TextBox 14">
            <a:extLst>
              <a:ext uri="{FF2B5EF4-FFF2-40B4-BE49-F238E27FC236}">
                <a16:creationId xmlns:a16="http://schemas.microsoft.com/office/drawing/2014/main" id="{CE3445D6-1848-CB76-61A1-D6746839F2C8}"/>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F34CD69-81A5-01E9-2CDD-DE0E31A0ECF6}"/>
                  </a:ext>
                </a:extLst>
              </p:cNvPr>
              <p:cNvSpPr txBox="1"/>
              <p:nvPr/>
            </p:nvSpPr>
            <p:spPr>
              <a:xfrm>
                <a:off x="2881740" y="850982"/>
                <a:ext cx="8610515"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friction coefficient in the wall region is computed with a relation for smooth pipes as function of the Reynolds number </a:t>
                </a:r>
                <a14:m>
                  <m:oMath xmlns:m="http://schemas.openxmlformats.org/officeDocument/2006/math">
                    <m:r>
                      <a:rPr lang="en-US" i="1" dirty="0" smtClean="0">
                        <a:latin typeface="Cambria Math" panose="02040503050406030204" pitchFamily="18" charset="0"/>
                        <a:cs typeface="Arial" panose="020B0604020202020204" pitchFamily="34" charset="0"/>
                      </a:rPr>
                      <m:t>𝑅</m:t>
                    </m:r>
                    <m:sSub>
                      <m:sSubPr>
                        <m:ctrlPr>
                          <a:rPr lang="en-US" i="1" dirty="0" smtClean="0">
                            <a:latin typeface="Cambria Math" panose="02040503050406030204" pitchFamily="18" charset="0"/>
                            <a:cs typeface="Arial" panose="020B0604020202020204" pitchFamily="34" charset="0"/>
                          </a:rPr>
                        </m:ctrlPr>
                      </m:sSubPr>
                      <m:e>
                        <m:r>
                          <a:rPr lang="en-US" i="1" dirty="0" smtClean="0">
                            <a:latin typeface="Cambria Math" panose="02040503050406030204" pitchFamily="18" charset="0"/>
                            <a:cs typeface="Arial" panose="020B0604020202020204" pitchFamily="34" charset="0"/>
                          </a:rPr>
                          <m:t>𝑒</m:t>
                        </m:r>
                      </m:e>
                      <m:sub>
                        <m:r>
                          <a:rPr lang="en-US" i="1" dirty="0" smtClean="0">
                            <a:latin typeface="Cambria Math" panose="02040503050406030204" pitchFamily="18" charset="0"/>
                            <a:cs typeface="Arial" panose="020B0604020202020204" pitchFamily="34" charset="0"/>
                          </a:rPr>
                          <m:t>𝑤</m:t>
                        </m:r>
                      </m:sub>
                    </m:sSub>
                  </m:oMath>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For example, the relations by Blasius and </a:t>
                </a:r>
                <a:r>
                  <a:rPr lang="en-US" dirty="0" err="1">
                    <a:latin typeface="Arial" panose="020B0604020202020204" pitchFamily="34" charset="0"/>
                    <a:cs typeface="Arial" panose="020B0604020202020204" pitchFamily="34" charset="0"/>
                  </a:rPr>
                  <a:t>Nikuradse</a:t>
                </a:r>
                <a:r>
                  <a:rPr lang="en-US" dirty="0">
                    <a:latin typeface="Arial" panose="020B0604020202020204" pitchFamily="34" charset="0"/>
                    <a:cs typeface="Arial" panose="020B0604020202020204" pitchFamily="34" charset="0"/>
                  </a:rPr>
                  <a:t> for smooth pipes can be used</a:t>
                </a:r>
              </a:p>
            </p:txBody>
          </p:sp>
        </mc:Choice>
        <mc:Fallback>
          <p:sp>
            <p:nvSpPr>
              <p:cNvPr id="10" name="TextBox 9">
                <a:extLst>
                  <a:ext uri="{FF2B5EF4-FFF2-40B4-BE49-F238E27FC236}">
                    <a16:creationId xmlns:a16="http://schemas.microsoft.com/office/drawing/2014/main" id="{FF34CD69-81A5-01E9-2CDD-DE0E31A0ECF6}"/>
                  </a:ext>
                </a:extLst>
              </p:cNvPr>
              <p:cNvSpPr txBox="1">
                <a:spLocks noRot="1" noChangeAspect="1" noMove="1" noResize="1" noEditPoints="1" noAdjustHandles="1" noChangeArrowheads="1" noChangeShapeType="1" noTextEdit="1"/>
              </p:cNvSpPr>
              <p:nvPr/>
            </p:nvSpPr>
            <p:spPr>
              <a:xfrm>
                <a:off x="2881740" y="850982"/>
                <a:ext cx="8610515" cy="1200329"/>
              </a:xfrm>
              <a:prstGeom prst="rect">
                <a:avLst/>
              </a:prstGeom>
              <a:blipFill>
                <a:blip r:embed="rId2"/>
                <a:stretch>
                  <a:fillRect l="-637" t="-304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D32CDC-6556-5D92-38BC-ECB9B5525D17}"/>
                  </a:ext>
                </a:extLst>
              </p:cNvPr>
              <p:cNvSpPr txBox="1"/>
              <p:nvPr/>
            </p:nvSpPr>
            <p:spPr>
              <a:xfrm>
                <a:off x="6288931" y="2079154"/>
                <a:ext cx="3004797" cy="707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ad>
                            <m:radPr>
                              <m:degHide m:val="on"/>
                              <m:ctrlPr>
                                <a:rPr lang="en-US" sz="200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den>
                      </m:f>
                      <m:r>
                        <a:rPr lang="en-US" sz="2000" b="0" i="1" smtClean="0">
                          <a:latin typeface="Cambria Math" panose="02040503050406030204" pitchFamily="18" charset="0"/>
                        </a:rPr>
                        <m:t>=0.86</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𝑅𝑒</m:t>
                          </m:r>
                          <m:rad>
                            <m:radPr>
                              <m:degHide m:val="on"/>
                              <m:ctrlPr>
                                <a:rPr lang="en-US" sz="2000" b="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e>
                      </m:d>
                      <m:r>
                        <a:rPr lang="en-US" sz="2000" b="0" i="1" smtClean="0">
                          <a:latin typeface="Cambria Math" panose="02040503050406030204" pitchFamily="18" charset="0"/>
                        </a:rPr>
                        <m:t>−0.8</m:t>
                      </m:r>
                    </m:oMath>
                  </m:oMathPara>
                </a14:m>
                <a:endParaRPr lang="en-US" sz="2000" dirty="0"/>
              </a:p>
            </p:txBody>
          </p:sp>
        </mc:Choice>
        <mc:Fallback xmlns="">
          <p:sp>
            <p:nvSpPr>
              <p:cNvPr id="2" name="TextBox 1">
                <a:extLst>
                  <a:ext uri="{FF2B5EF4-FFF2-40B4-BE49-F238E27FC236}">
                    <a16:creationId xmlns:a16="http://schemas.microsoft.com/office/drawing/2014/main" id="{7BD32CDC-6556-5D92-38BC-ECB9B5525D17}"/>
                  </a:ext>
                </a:extLst>
              </p:cNvPr>
              <p:cNvSpPr txBox="1">
                <a:spLocks noRot="1" noChangeAspect="1" noMove="1" noResize="1" noEditPoints="1" noAdjustHandles="1" noChangeArrowheads="1" noChangeShapeType="1" noTextEdit="1"/>
              </p:cNvSpPr>
              <p:nvPr/>
            </p:nvSpPr>
            <p:spPr>
              <a:xfrm>
                <a:off x="6288931" y="2079154"/>
                <a:ext cx="3004797" cy="707373"/>
              </a:xfrm>
              <a:prstGeom prst="rect">
                <a:avLst/>
              </a:prstGeom>
              <a:blipFill>
                <a:blip r:embed="rId3"/>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8C8EC57-F08E-4B35-5FCE-52B55F7EA439}"/>
              </a:ext>
            </a:extLst>
          </p:cNvPr>
          <p:cNvSpPr txBox="1"/>
          <p:nvPr/>
        </p:nvSpPr>
        <p:spPr>
          <a:xfrm>
            <a:off x="3038496" y="2919658"/>
            <a:ext cx="6094378" cy="369332"/>
          </a:xfrm>
          <a:prstGeom prst="rect">
            <a:avLst/>
          </a:prstGeom>
          <a:noFill/>
        </p:spPr>
        <p:txBody>
          <a:bodyPr wrap="square">
            <a:spAutoFit/>
          </a:bodyPr>
          <a:lstStyle/>
          <a:p>
            <a:r>
              <a:rPr lang="en-US" sz="1800" dirty="0">
                <a:solidFill>
                  <a:srgbClr val="FF0000"/>
                </a:solidFill>
                <a:latin typeface="Arial" panose="020B0604020202020204" pitchFamily="34" charset="0"/>
                <a:cs typeface="Arial" panose="020B0604020202020204" pitchFamily="34" charset="0"/>
              </a:rPr>
              <a:t>How to go from pipe flow to open channel flow?</a:t>
            </a:r>
            <a:endParaRPr lang="en-US" dirty="0">
              <a:solidFill>
                <a:srgbClr val="FF0000"/>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C28225B-2CBD-2E63-0095-035E7F6B5A52}"/>
                  </a:ext>
                </a:extLst>
              </p:cNvPr>
              <p:cNvSpPr txBox="1"/>
              <p:nvPr/>
            </p:nvSpPr>
            <p:spPr>
              <a:xfrm>
                <a:off x="3360905" y="2079154"/>
                <a:ext cx="1262397" cy="5820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f</m:t>
                          </m:r>
                        </m:e>
                        <m:sub>
                          <m:r>
                            <m:rPr>
                              <m:sty m:val="p"/>
                            </m:rPr>
                            <a:rPr lang="en-US" sz="2000" b="0" i="0" smtClean="0">
                              <a:latin typeface="Cambria Math" panose="02040503050406030204" pitchFamily="18" charset="0"/>
                            </a:rPr>
                            <m:t>w</m:t>
                          </m:r>
                        </m:sub>
                      </m:sSub>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0.316</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𝑅𝑒</m:t>
                              </m:r>
                            </m:e>
                            <m:sup>
                              <m:r>
                                <a:rPr lang="en-US" sz="2000" b="0" i="1" smtClean="0">
                                  <a:latin typeface="Cambria Math" panose="02040503050406030204" pitchFamily="18" charset="0"/>
                                </a:rPr>
                                <m:t>1/4</m:t>
                              </m:r>
                            </m:sup>
                          </m:sSup>
                        </m:den>
                      </m:f>
                    </m:oMath>
                  </m:oMathPara>
                </a14:m>
                <a:endParaRPr lang="en-US" sz="2000" dirty="0"/>
              </a:p>
            </p:txBody>
          </p:sp>
        </mc:Choice>
        <mc:Fallback xmlns="">
          <p:sp>
            <p:nvSpPr>
              <p:cNvPr id="21" name="TextBox 20">
                <a:extLst>
                  <a:ext uri="{FF2B5EF4-FFF2-40B4-BE49-F238E27FC236}">
                    <a16:creationId xmlns:a16="http://schemas.microsoft.com/office/drawing/2014/main" id="{CC28225B-2CBD-2E63-0095-035E7F6B5A52}"/>
                  </a:ext>
                </a:extLst>
              </p:cNvPr>
              <p:cNvSpPr txBox="1">
                <a:spLocks noRot="1" noChangeAspect="1" noMove="1" noResize="1" noEditPoints="1" noAdjustHandles="1" noChangeArrowheads="1" noChangeShapeType="1" noTextEdit="1"/>
              </p:cNvSpPr>
              <p:nvPr/>
            </p:nvSpPr>
            <p:spPr>
              <a:xfrm>
                <a:off x="3360905" y="2079154"/>
                <a:ext cx="1262397" cy="582082"/>
              </a:xfrm>
              <a:prstGeom prst="rect">
                <a:avLst/>
              </a:prstGeom>
              <a:blipFill>
                <a:blip r:embed="rId4"/>
                <a:stretch>
                  <a:fillRect/>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CCC9B3D-F92E-2C7E-9CF9-D5ADC83A4708}"/>
              </a:ext>
            </a:extLst>
          </p:cNvPr>
          <p:cNvSpPr>
            <a:spLocks noGrp="1"/>
          </p:cNvSpPr>
          <p:nvPr>
            <p:ph type="sldNum" sz="quarter" idx="12"/>
          </p:nvPr>
        </p:nvSpPr>
        <p:spPr/>
        <p:txBody>
          <a:bodyPr/>
          <a:lstStyle/>
          <a:p>
            <a:fld id="{4A4F8EDE-F60B-401C-9000-D80EB40E4DA9}" type="slidenum">
              <a:rPr lang="en-US" smtClean="0"/>
              <a:t>27</a:t>
            </a:fld>
            <a:endParaRPr lang="en-US"/>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8B19C220-21B7-2ACA-9863-8ED69B5D7FE1}"/>
                  </a:ext>
                </a:extLst>
              </p:cNvPr>
              <p:cNvSpPr txBox="1"/>
              <p:nvPr/>
            </p:nvSpPr>
            <p:spPr>
              <a:xfrm>
                <a:off x="7208806" y="5678444"/>
                <a:ext cx="785921" cy="5851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𝑓</m:t>
                          </m:r>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𝐶</m:t>
                          </m:r>
                        </m:e>
                        <m:sub>
                          <m:r>
                            <a:rPr lang="en-US" sz="2000" b="0" i="1" smtClean="0">
                              <a:solidFill>
                                <a:schemeClr val="bg1"/>
                              </a:solidFill>
                              <a:latin typeface="Cambria Math" panose="02040503050406030204" pitchFamily="18" charset="0"/>
                            </a:rPr>
                            <m:t>𝑓</m:t>
                          </m:r>
                        </m:sub>
                      </m:sSub>
                    </m:oMath>
                  </m:oMathPara>
                </a14:m>
                <a:endParaRPr lang="en-US" sz="2000" dirty="0">
                  <a:solidFill>
                    <a:schemeClr val="bg1"/>
                  </a:solidFill>
                </a:endParaRPr>
              </a:p>
            </p:txBody>
          </p:sp>
        </mc:Choice>
        <mc:Fallback>
          <p:sp>
            <p:nvSpPr>
              <p:cNvPr id="16" name="TextBox 15">
                <a:extLst>
                  <a:ext uri="{FF2B5EF4-FFF2-40B4-BE49-F238E27FC236}">
                    <a16:creationId xmlns:a16="http://schemas.microsoft.com/office/drawing/2014/main" id="{8B19C220-21B7-2ACA-9863-8ED69B5D7FE1}"/>
                  </a:ext>
                </a:extLst>
              </p:cNvPr>
              <p:cNvSpPr txBox="1">
                <a:spLocks noRot="1" noChangeAspect="1" noMove="1" noResize="1" noEditPoints="1" noAdjustHandles="1" noChangeArrowheads="1" noChangeShapeType="1" noTextEdit="1"/>
              </p:cNvSpPr>
              <p:nvPr/>
            </p:nvSpPr>
            <p:spPr>
              <a:xfrm>
                <a:off x="7208806" y="5678444"/>
                <a:ext cx="785921" cy="585160"/>
              </a:xfrm>
              <a:prstGeom prst="rect">
                <a:avLst/>
              </a:prstGeom>
              <a:blipFill>
                <a:blip r:embed="rId5"/>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26A38925-435E-8EA2-5373-09BF2B30B4C1}"/>
              </a:ext>
            </a:extLst>
          </p:cNvPr>
          <p:cNvSpPr txBox="1"/>
          <p:nvPr/>
        </p:nvSpPr>
        <p:spPr>
          <a:xfrm>
            <a:off x="2981851" y="3906402"/>
            <a:ext cx="8710401"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the relations by Blasius </a:t>
            </a:r>
            <a:r>
              <a:rPr lang="en-US" dirty="0">
                <a:latin typeface="Arial" panose="020B0604020202020204" pitchFamily="34" charset="0"/>
                <a:cs typeface="Arial" panose="020B0604020202020204" pitchFamily="34" charset="0"/>
              </a:rPr>
              <a:t>and</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Nikuradse</a:t>
            </a:r>
            <a:r>
              <a:rPr lang="en-US" sz="1800" dirty="0">
                <a:latin typeface="Arial" panose="020B0604020202020204" pitchFamily="34" charset="0"/>
                <a:cs typeface="Arial" panose="020B0604020202020204" pitchFamily="34" charset="0"/>
              </a:rPr>
              <a:t> for smooth boundary in open channel flow take the form</a:t>
            </a:r>
            <a:endParaRPr lang="en-US" dirty="0"/>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DCB65712-D638-4D84-8B2D-7DC678F7A58D}"/>
                  </a:ext>
                </a:extLst>
              </p:cNvPr>
              <p:cNvSpPr txBox="1"/>
              <p:nvPr/>
            </p:nvSpPr>
            <p:spPr>
              <a:xfrm>
                <a:off x="4495049" y="3439360"/>
                <a:ext cx="1456553" cy="3314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𝑅</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𝑒</m:t>
                          </m:r>
                        </m:e>
                        <m:sub>
                          <m:r>
                            <a:rPr lang="en-US" sz="2000" b="0" i="1" smtClean="0">
                              <a:solidFill>
                                <a:schemeClr val="tx1"/>
                              </a:solidFill>
                              <a:latin typeface="Cambria Math" panose="02040503050406030204" pitchFamily="18" charset="0"/>
                            </a:rPr>
                            <m:t>𝑝</m:t>
                          </m:r>
                        </m:sub>
                      </m:sSub>
                      <m:r>
                        <a:rPr lang="en-US" sz="2000" b="0" i="0" smtClean="0">
                          <a:solidFill>
                            <a:schemeClr val="tx1"/>
                          </a:solidFill>
                          <a:latin typeface="Cambria Math" panose="02040503050406030204" pitchFamily="18" charset="0"/>
                        </a:rPr>
                        <m:t>=4</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𝑅𝑒</m:t>
                          </m:r>
                        </m:e>
                        <m:sub>
                          <m:r>
                            <a:rPr lang="en-US" sz="2000" b="0" i="1" smtClean="0">
                              <a:solidFill>
                                <a:schemeClr val="tx1"/>
                              </a:solidFill>
                              <a:latin typeface="Cambria Math" panose="02040503050406030204" pitchFamily="18" charset="0"/>
                            </a:rPr>
                            <m:t>𝑜𝑐</m:t>
                          </m:r>
                        </m:sub>
                      </m:sSub>
                    </m:oMath>
                  </m:oMathPara>
                </a14:m>
                <a:endParaRPr lang="en-US" sz="2000" b="0" i="1" dirty="0">
                  <a:solidFill>
                    <a:schemeClr val="bg1"/>
                  </a:solidFill>
                </a:endParaRPr>
              </a:p>
            </p:txBody>
          </p:sp>
        </mc:Choice>
        <mc:Fallback>
          <p:sp>
            <p:nvSpPr>
              <p:cNvPr id="24" name="TextBox 23">
                <a:extLst>
                  <a:ext uri="{FF2B5EF4-FFF2-40B4-BE49-F238E27FC236}">
                    <a16:creationId xmlns:a16="http://schemas.microsoft.com/office/drawing/2014/main" id="{DCB65712-D638-4D84-8B2D-7DC678F7A58D}"/>
                  </a:ext>
                </a:extLst>
              </p:cNvPr>
              <p:cNvSpPr txBox="1">
                <a:spLocks noRot="1" noChangeAspect="1" noMove="1" noResize="1" noEditPoints="1" noAdjustHandles="1" noChangeArrowheads="1" noChangeShapeType="1" noTextEdit="1"/>
              </p:cNvSpPr>
              <p:nvPr/>
            </p:nvSpPr>
            <p:spPr>
              <a:xfrm>
                <a:off x="4495049" y="3439360"/>
                <a:ext cx="1456553" cy="331437"/>
              </a:xfrm>
              <a:prstGeom prst="rect">
                <a:avLst/>
              </a:prstGeom>
              <a:blipFill>
                <a:blip r:embed="rId6"/>
                <a:stretch>
                  <a:fillRect l="-3766" b="-20000"/>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0CF4C40-5102-E48B-D724-F821B8F9D7B0}"/>
              </a:ext>
            </a:extLst>
          </p:cNvPr>
          <p:cNvSpPr txBox="1"/>
          <p:nvPr/>
        </p:nvSpPr>
        <p:spPr>
          <a:xfrm>
            <a:off x="3038496" y="3413353"/>
            <a:ext cx="1456553"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Noting that</a:t>
            </a:r>
            <a:endParaRPr lang="en-US" dirty="0"/>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63D36DED-B6BE-8872-35C3-22FFD08F8E23}"/>
                  </a:ext>
                </a:extLst>
              </p:cNvPr>
              <p:cNvSpPr txBox="1"/>
              <p:nvPr/>
            </p:nvSpPr>
            <p:spPr>
              <a:xfrm>
                <a:off x="3038496" y="4756270"/>
                <a:ext cx="3194977" cy="6339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f</m:t>
                          </m:r>
                        </m:e>
                        <m:sub>
                          <m:r>
                            <m:rPr>
                              <m:sty m:val="p"/>
                            </m:rPr>
                            <a:rPr lang="en-US" sz="2000" b="0" i="0" smtClean="0">
                              <a:latin typeface="Cambria Math" panose="02040503050406030204" pitchFamily="18" charset="0"/>
                            </a:rPr>
                            <m:t>w</m:t>
                          </m:r>
                        </m:sub>
                      </m:sSub>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m:t>
                          </m:r>
                          <m:r>
                            <a:rPr lang="en-US" sz="2000" b="0" i="1" smtClean="0">
                              <a:latin typeface="Cambria Math" panose="02040503050406030204" pitchFamily="18" charset="0"/>
                            </a:rPr>
                            <m:t>316</m:t>
                          </m:r>
                        </m:num>
                        <m:den>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r>
                                    <a:rPr lang="en-US" sz="2000" b="0" i="1" smtClean="0">
                                      <a:latin typeface="Cambria Math" panose="02040503050406030204" pitchFamily="18" charset="0"/>
                                    </a:rPr>
                                    <m:t>𝑅</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𝑜𝑐</m:t>
                                      </m:r>
                                    </m:sub>
                                  </m:sSub>
                                </m:e>
                              </m:d>
                            </m:e>
                            <m:sup>
                              <m:r>
                                <a:rPr lang="en-US" sz="2000" b="0" i="1" smtClean="0">
                                  <a:latin typeface="Cambria Math" panose="02040503050406030204" pitchFamily="18" charset="0"/>
                                </a:rPr>
                                <m:t>1/4</m:t>
                              </m:r>
                            </m:sup>
                          </m:sSup>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0.</m:t>
                          </m:r>
                          <m:r>
                            <a:rPr lang="en-US" sz="2000" b="0" i="1" smtClean="0">
                              <a:latin typeface="Cambria Math" panose="02040503050406030204" pitchFamily="18" charset="0"/>
                            </a:rPr>
                            <m:t>223</m:t>
                          </m:r>
                        </m:num>
                        <m:den>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𝑅</m:t>
                                  </m:r>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r>
                                        <a:rPr lang="en-US" sz="2000" i="1">
                                          <a:latin typeface="Cambria Math" panose="02040503050406030204" pitchFamily="18" charset="0"/>
                                        </a:rPr>
                                        <m:t>𝑜𝑐</m:t>
                                      </m:r>
                                    </m:sub>
                                  </m:sSub>
                                </m:e>
                              </m:d>
                            </m:e>
                            <m:sup>
                              <m:r>
                                <a:rPr lang="en-US" sz="2000" i="1">
                                  <a:latin typeface="Cambria Math" panose="02040503050406030204" pitchFamily="18" charset="0"/>
                                </a:rPr>
                                <m:t>1/4</m:t>
                              </m:r>
                            </m:sup>
                          </m:sSup>
                        </m:den>
                      </m:f>
                    </m:oMath>
                  </m:oMathPara>
                </a14:m>
                <a:endParaRPr lang="en-US" sz="2000" dirty="0"/>
              </a:p>
            </p:txBody>
          </p:sp>
        </mc:Choice>
        <mc:Fallback>
          <p:sp>
            <p:nvSpPr>
              <p:cNvPr id="28" name="TextBox 27">
                <a:extLst>
                  <a:ext uri="{FF2B5EF4-FFF2-40B4-BE49-F238E27FC236}">
                    <a16:creationId xmlns:a16="http://schemas.microsoft.com/office/drawing/2014/main" id="{63D36DED-B6BE-8872-35C3-22FFD08F8E23}"/>
                  </a:ext>
                </a:extLst>
              </p:cNvPr>
              <p:cNvSpPr txBox="1">
                <a:spLocks noRot="1" noChangeAspect="1" noMove="1" noResize="1" noEditPoints="1" noAdjustHandles="1" noChangeArrowheads="1" noChangeShapeType="1" noTextEdit="1"/>
              </p:cNvSpPr>
              <p:nvPr/>
            </p:nvSpPr>
            <p:spPr>
              <a:xfrm>
                <a:off x="3038496" y="4756270"/>
                <a:ext cx="3194977" cy="63395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3D123F33-BBB3-BAF7-BDCF-027658EFB164}"/>
                  </a:ext>
                </a:extLst>
              </p:cNvPr>
              <p:cNvSpPr txBox="1"/>
              <p:nvPr/>
            </p:nvSpPr>
            <p:spPr>
              <a:xfrm>
                <a:off x="7485203" y="4682853"/>
                <a:ext cx="3363613" cy="707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ad>
                            <m:radPr>
                              <m:degHide m:val="on"/>
                              <m:ctrlPr>
                                <a:rPr lang="en-US" sz="200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den>
                      </m:f>
                      <m:r>
                        <a:rPr lang="en-US" sz="2000" b="0" i="1" smtClean="0">
                          <a:latin typeface="Cambria Math" panose="02040503050406030204" pitchFamily="18" charset="0"/>
                        </a:rPr>
                        <m:t>=0.86</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r>
                            <a:rPr lang="en-US" sz="2000" b="0" i="1" smtClean="0">
                              <a:latin typeface="Cambria Math" panose="02040503050406030204" pitchFamily="18" charset="0"/>
                            </a:rPr>
                            <m:t>𝑅</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𝑜𝑐</m:t>
                              </m:r>
                            </m:sub>
                          </m:sSub>
                          <m:rad>
                            <m:radPr>
                              <m:degHide m:val="on"/>
                              <m:ctrlPr>
                                <a:rPr lang="en-US" sz="2000" b="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𝑤</m:t>
                                  </m:r>
                                </m:sub>
                              </m:sSub>
                            </m:e>
                          </m:rad>
                        </m:e>
                      </m:d>
                      <m:r>
                        <a:rPr lang="en-US" sz="2000" b="0" i="1" smtClean="0">
                          <a:latin typeface="Cambria Math" panose="02040503050406030204" pitchFamily="18" charset="0"/>
                        </a:rPr>
                        <m:t>−0.8</m:t>
                      </m:r>
                    </m:oMath>
                  </m:oMathPara>
                </a14:m>
                <a:endParaRPr lang="en-US" sz="2000" dirty="0"/>
              </a:p>
            </p:txBody>
          </p:sp>
        </mc:Choice>
        <mc:Fallback>
          <p:sp>
            <p:nvSpPr>
              <p:cNvPr id="30" name="TextBox 29">
                <a:extLst>
                  <a:ext uri="{FF2B5EF4-FFF2-40B4-BE49-F238E27FC236}">
                    <a16:creationId xmlns:a16="http://schemas.microsoft.com/office/drawing/2014/main" id="{3D123F33-BBB3-BAF7-BDCF-027658EFB164}"/>
                  </a:ext>
                </a:extLst>
              </p:cNvPr>
              <p:cNvSpPr txBox="1">
                <a:spLocks noRot="1" noChangeAspect="1" noMove="1" noResize="1" noEditPoints="1" noAdjustHandles="1" noChangeArrowheads="1" noChangeShapeType="1" noTextEdit="1"/>
              </p:cNvSpPr>
              <p:nvPr/>
            </p:nvSpPr>
            <p:spPr>
              <a:xfrm>
                <a:off x="7485203" y="4682853"/>
                <a:ext cx="3363613" cy="707373"/>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34828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DF3C4-F28F-F968-0B83-CEC8FA5E24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34C91E-B881-56B4-D3C9-DE9706A8912B}"/>
              </a:ext>
            </a:extLst>
          </p:cNvPr>
          <p:cNvSpPr txBox="1"/>
          <p:nvPr/>
        </p:nvSpPr>
        <p:spPr>
          <a:xfrm>
            <a:off x="1007102"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Sidewall correction calculation procedure</a:t>
            </a:r>
          </a:p>
        </p:txBody>
      </p:sp>
      <p:sp>
        <p:nvSpPr>
          <p:cNvPr id="5" name="Slide Number Placeholder 4">
            <a:extLst>
              <a:ext uri="{FF2B5EF4-FFF2-40B4-BE49-F238E27FC236}">
                <a16:creationId xmlns:a16="http://schemas.microsoft.com/office/drawing/2014/main" id="{55BBCE3D-D480-091A-8538-C5FAF18E09EE}"/>
              </a:ext>
            </a:extLst>
          </p:cNvPr>
          <p:cNvSpPr>
            <a:spLocks noGrp="1"/>
          </p:cNvSpPr>
          <p:nvPr>
            <p:ph type="sldNum" sz="quarter" idx="12"/>
          </p:nvPr>
        </p:nvSpPr>
        <p:spPr/>
        <p:txBody>
          <a:bodyPr/>
          <a:lstStyle/>
          <a:p>
            <a:fld id="{4A4F8EDE-F60B-401C-9000-D80EB40E4DA9}" type="slidenum">
              <a:rPr lang="en-US" smtClean="0"/>
              <a:t>28</a:t>
            </a:fld>
            <a:endParaRPr lang="en-US"/>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0D2B7E8-13CC-FB4A-3CAF-3A8E9B7CDCE6}"/>
                  </a:ext>
                </a:extLst>
              </p:cNvPr>
              <p:cNvSpPr txBox="1"/>
              <p:nvPr/>
            </p:nvSpPr>
            <p:spPr>
              <a:xfrm>
                <a:off x="7208806" y="5678444"/>
                <a:ext cx="785921" cy="5851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bg1"/>
                              </a:solidFill>
                              <a:latin typeface="Cambria Math" panose="02040503050406030204" pitchFamily="18" charset="0"/>
                            </a:rPr>
                          </m:ctrlPr>
                        </m:fPr>
                        <m:num>
                          <m:r>
                            <a:rPr lang="en-US" sz="2000" b="0" i="1" smtClean="0">
                              <a:solidFill>
                                <a:schemeClr val="bg1"/>
                              </a:solidFill>
                              <a:latin typeface="Cambria Math" panose="02040503050406030204" pitchFamily="18" charset="0"/>
                            </a:rPr>
                            <m:t>𝑓</m:t>
                          </m:r>
                        </m:num>
                        <m:den>
                          <m:r>
                            <a:rPr lang="en-US" sz="2000" b="0" i="1" smtClean="0">
                              <a:solidFill>
                                <a:schemeClr val="bg1"/>
                              </a:solidFill>
                              <a:latin typeface="Cambria Math" panose="02040503050406030204" pitchFamily="18" charset="0"/>
                            </a:rPr>
                            <m:t>8</m:t>
                          </m:r>
                        </m:den>
                      </m:f>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𝐶</m:t>
                          </m:r>
                        </m:e>
                        <m:sub>
                          <m:r>
                            <a:rPr lang="en-US" sz="2000" b="0" i="1" smtClean="0">
                              <a:solidFill>
                                <a:schemeClr val="bg1"/>
                              </a:solidFill>
                              <a:latin typeface="Cambria Math" panose="02040503050406030204" pitchFamily="18" charset="0"/>
                            </a:rPr>
                            <m:t>𝑓</m:t>
                          </m:r>
                        </m:sub>
                      </m:sSub>
                    </m:oMath>
                  </m:oMathPara>
                </a14:m>
                <a:endParaRPr lang="en-US" sz="2000" dirty="0">
                  <a:solidFill>
                    <a:schemeClr val="bg1"/>
                  </a:solidFill>
                </a:endParaRPr>
              </a:p>
            </p:txBody>
          </p:sp>
        </mc:Choice>
        <mc:Fallback>
          <p:sp>
            <p:nvSpPr>
              <p:cNvPr id="16" name="TextBox 15">
                <a:extLst>
                  <a:ext uri="{FF2B5EF4-FFF2-40B4-BE49-F238E27FC236}">
                    <a16:creationId xmlns:a16="http://schemas.microsoft.com/office/drawing/2014/main" id="{90D2B7E8-13CC-FB4A-3CAF-3A8E9B7CDCE6}"/>
                  </a:ext>
                </a:extLst>
              </p:cNvPr>
              <p:cNvSpPr txBox="1">
                <a:spLocks noRot="1" noChangeAspect="1" noMove="1" noResize="1" noEditPoints="1" noAdjustHandles="1" noChangeArrowheads="1" noChangeShapeType="1" noTextEdit="1"/>
              </p:cNvSpPr>
              <p:nvPr/>
            </p:nvSpPr>
            <p:spPr>
              <a:xfrm>
                <a:off x="7208806" y="5678444"/>
                <a:ext cx="785921" cy="585160"/>
              </a:xfrm>
              <a:prstGeom prst="rect">
                <a:avLst/>
              </a:prstGeom>
              <a:blipFill>
                <a:blip r:embed="rId2"/>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6A02B77D-28F1-9E3E-208A-DC7FC671D67B}"/>
              </a:ext>
            </a:extLst>
          </p:cNvPr>
          <p:cNvSpPr/>
          <p:nvPr/>
        </p:nvSpPr>
        <p:spPr>
          <a:xfrm>
            <a:off x="904568" y="1789471"/>
            <a:ext cx="1110841" cy="74233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D9015F4C-E45D-D165-BA0B-B8B953F430E6}"/>
              </a:ext>
            </a:extLst>
          </p:cNvPr>
          <p:cNvSpPr/>
          <p:nvPr/>
        </p:nvSpPr>
        <p:spPr>
          <a:xfrm>
            <a:off x="902898" y="2334883"/>
            <a:ext cx="1110841" cy="437072"/>
          </a:xfrm>
          <a:custGeom>
            <a:avLst/>
            <a:gdLst>
              <a:gd name="csX0" fmla="*/ 0 w 1110841"/>
              <a:gd name="csY0" fmla="*/ 103517 h 437072"/>
              <a:gd name="csX1" fmla="*/ 0 w 1110841"/>
              <a:gd name="csY1" fmla="*/ 103517 h 437072"/>
              <a:gd name="csX2" fmla="*/ 40257 w 1110841"/>
              <a:gd name="csY2" fmla="*/ 63260 h 437072"/>
              <a:gd name="csX3" fmla="*/ 63260 w 1110841"/>
              <a:gd name="csY3" fmla="*/ 69011 h 437072"/>
              <a:gd name="csX4" fmla="*/ 97766 w 1110841"/>
              <a:gd name="csY4" fmla="*/ 74762 h 437072"/>
              <a:gd name="csX5" fmla="*/ 126521 w 1110841"/>
              <a:gd name="csY5" fmla="*/ 63260 h 437072"/>
              <a:gd name="csX6" fmla="*/ 143774 w 1110841"/>
              <a:gd name="csY6" fmla="*/ 69011 h 437072"/>
              <a:gd name="csX7" fmla="*/ 172528 w 1110841"/>
              <a:gd name="csY7" fmla="*/ 74762 h 437072"/>
              <a:gd name="csX8" fmla="*/ 218536 w 1110841"/>
              <a:gd name="csY8" fmla="*/ 69011 h 437072"/>
              <a:gd name="csX9" fmla="*/ 253042 w 1110841"/>
              <a:gd name="csY9" fmla="*/ 86264 h 437072"/>
              <a:gd name="csX10" fmla="*/ 299049 w 1110841"/>
              <a:gd name="csY10" fmla="*/ 92015 h 437072"/>
              <a:gd name="csX11" fmla="*/ 362309 w 1110841"/>
              <a:gd name="csY11" fmla="*/ 172528 h 437072"/>
              <a:gd name="csX12" fmla="*/ 391064 w 1110841"/>
              <a:gd name="csY12" fmla="*/ 166777 h 437072"/>
              <a:gd name="csX13" fmla="*/ 425570 w 1110841"/>
              <a:gd name="csY13" fmla="*/ 132272 h 437072"/>
              <a:gd name="csX14" fmla="*/ 460075 w 1110841"/>
              <a:gd name="csY14" fmla="*/ 103517 h 437072"/>
              <a:gd name="csX15" fmla="*/ 465826 w 1110841"/>
              <a:gd name="csY15" fmla="*/ 69011 h 437072"/>
              <a:gd name="csX16" fmla="*/ 523336 w 1110841"/>
              <a:gd name="csY16" fmla="*/ 63260 h 437072"/>
              <a:gd name="csX17" fmla="*/ 563592 w 1110841"/>
              <a:gd name="csY17" fmla="*/ 103517 h 437072"/>
              <a:gd name="csX18" fmla="*/ 592347 w 1110841"/>
              <a:gd name="csY18" fmla="*/ 120770 h 437072"/>
              <a:gd name="csX19" fmla="*/ 615351 w 1110841"/>
              <a:gd name="csY19" fmla="*/ 97766 h 437072"/>
              <a:gd name="csX20" fmla="*/ 644106 w 1110841"/>
              <a:gd name="csY20" fmla="*/ 40257 h 437072"/>
              <a:gd name="csX21" fmla="*/ 701615 w 1110841"/>
              <a:gd name="csY21" fmla="*/ 57509 h 437072"/>
              <a:gd name="csX22" fmla="*/ 736121 w 1110841"/>
              <a:gd name="csY22" fmla="*/ 17253 h 437072"/>
              <a:gd name="csX23" fmla="*/ 753374 w 1110841"/>
              <a:gd name="csY23" fmla="*/ 46008 h 437072"/>
              <a:gd name="csX24" fmla="*/ 816634 w 1110841"/>
              <a:gd name="csY24" fmla="*/ 40257 h 437072"/>
              <a:gd name="csX25" fmla="*/ 833887 w 1110841"/>
              <a:gd name="csY25" fmla="*/ 46008 h 437072"/>
              <a:gd name="csX26" fmla="*/ 891396 w 1110841"/>
              <a:gd name="csY26" fmla="*/ 57509 h 437072"/>
              <a:gd name="csX27" fmla="*/ 920151 w 1110841"/>
              <a:gd name="csY27" fmla="*/ 40257 h 437072"/>
              <a:gd name="csX28" fmla="*/ 948906 w 1110841"/>
              <a:gd name="csY28" fmla="*/ 80513 h 437072"/>
              <a:gd name="csX29" fmla="*/ 989162 w 1110841"/>
              <a:gd name="csY29" fmla="*/ 74762 h 437072"/>
              <a:gd name="csX30" fmla="*/ 1035170 w 1110841"/>
              <a:gd name="csY30" fmla="*/ 17253 h 437072"/>
              <a:gd name="csX31" fmla="*/ 1040921 w 1110841"/>
              <a:gd name="csY31" fmla="*/ 0 h 437072"/>
              <a:gd name="csX32" fmla="*/ 1058174 w 1110841"/>
              <a:gd name="csY32" fmla="*/ 57509 h 437072"/>
              <a:gd name="csX33" fmla="*/ 1075426 w 1110841"/>
              <a:gd name="csY33" fmla="*/ 63260 h 437072"/>
              <a:gd name="csX34" fmla="*/ 1109932 w 1110841"/>
              <a:gd name="csY34" fmla="*/ 57509 h 437072"/>
              <a:gd name="csX35" fmla="*/ 1098430 w 1110841"/>
              <a:gd name="csY35" fmla="*/ 40257 h 437072"/>
              <a:gd name="csX36" fmla="*/ 1092679 w 1110841"/>
              <a:gd name="csY36" fmla="*/ 437072 h 437072"/>
              <a:gd name="csX37" fmla="*/ 34506 w 1110841"/>
              <a:gd name="csY37" fmla="*/ 437072 h 437072"/>
              <a:gd name="csX38" fmla="*/ 0 w 1110841"/>
              <a:gd name="csY38" fmla="*/ 103517 h 437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110841" h="437072">
                <a:moveTo>
                  <a:pt x="0" y="103517"/>
                </a:moveTo>
                <a:lnTo>
                  <a:pt x="0" y="103517"/>
                </a:lnTo>
                <a:cubicBezTo>
                  <a:pt x="13419" y="90098"/>
                  <a:pt x="23597" y="72347"/>
                  <a:pt x="40257" y="63260"/>
                </a:cubicBezTo>
                <a:cubicBezTo>
                  <a:pt x="47196" y="59475"/>
                  <a:pt x="55510" y="67461"/>
                  <a:pt x="63260" y="69011"/>
                </a:cubicBezTo>
                <a:cubicBezTo>
                  <a:pt x="74694" y="71298"/>
                  <a:pt x="86264" y="72845"/>
                  <a:pt x="97766" y="74762"/>
                </a:cubicBezTo>
                <a:cubicBezTo>
                  <a:pt x="107351" y="70928"/>
                  <a:pt x="116277" y="64540"/>
                  <a:pt x="126521" y="63260"/>
                </a:cubicBezTo>
                <a:cubicBezTo>
                  <a:pt x="132536" y="62508"/>
                  <a:pt x="137893" y="67541"/>
                  <a:pt x="143774" y="69011"/>
                </a:cubicBezTo>
                <a:cubicBezTo>
                  <a:pt x="153257" y="71382"/>
                  <a:pt x="162943" y="72845"/>
                  <a:pt x="172528" y="74762"/>
                </a:cubicBezTo>
                <a:cubicBezTo>
                  <a:pt x="187864" y="72845"/>
                  <a:pt x="204968" y="61610"/>
                  <a:pt x="218536" y="69011"/>
                </a:cubicBezTo>
                <a:cubicBezTo>
                  <a:pt x="259576" y="91396"/>
                  <a:pt x="213891" y="138465"/>
                  <a:pt x="253042" y="86264"/>
                </a:cubicBezTo>
                <a:cubicBezTo>
                  <a:pt x="268378" y="88181"/>
                  <a:pt x="286919" y="82438"/>
                  <a:pt x="299049" y="92015"/>
                </a:cubicBezTo>
                <a:cubicBezTo>
                  <a:pt x="325838" y="113164"/>
                  <a:pt x="362309" y="172528"/>
                  <a:pt x="362309" y="172528"/>
                </a:cubicBezTo>
                <a:cubicBezTo>
                  <a:pt x="371894" y="170611"/>
                  <a:pt x="383244" y="172642"/>
                  <a:pt x="391064" y="166777"/>
                </a:cubicBezTo>
                <a:cubicBezTo>
                  <a:pt x="456255" y="117885"/>
                  <a:pt x="373406" y="149660"/>
                  <a:pt x="425570" y="132272"/>
                </a:cubicBezTo>
                <a:cubicBezTo>
                  <a:pt x="437072" y="122687"/>
                  <a:pt x="452037" y="116148"/>
                  <a:pt x="460075" y="103517"/>
                </a:cubicBezTo>
                <a:cubicBezTo>
                  <a:pt x="466335" y="93679"/>
                  <a:pt x="455988" y="75271"/>
                  <a:pt x="465826" y="69011"/>
                </a:cubicBezTo>
                <a:cubicBezTo>
                  <a:pt x="482080" y="58668"/>
                  <a:pt x="504166" y="65177"/>
                  <a:pt x="523336" y="63260"/>
                </a:cubicBezTo>
                <a:cubicBezTo>
                  <a:pt x="536755" y="76679"/>
                  <a:pt x="549013" y="91368"/>
                  <a:pt x="563592" y="103517"/>
                </a:cubicBezTo>
                <a:cubicBezTo>
                  <a:pt x="572179" y="110673"/>
                  <a:pt x="581237" y="122004"/>
                  <a:pt x="592347" y="120770"/>
                </a:cubicBezTo>
                <a:cubicBezTo>
                  <a:pt x="603125" y="119572"/>
                  <a:pt x="609487" y="106888"/>
                  <a:pt x="615351" y="97766"/>
                </a:cubicBezTo>
                <a:cubicBezTo>
                  <a:pt x="626941" y="79738"/>
                  <a:pt x="634521" y="59427"/>
                  <a:pt x="644106" y="40257"/>
                </a:cubicBezTo>
                <a:cubicBezTo>
                  <a:pt x="649565" y="42441"/>
                  <a:pt x="693389" y="61996"/>
                  <a:pt x="701615" y="57509"/>
                </a:cubicBezTo>
                <a:cubicBezTo>
                  <a:pt x="717131" y="49046"/>
                  <a:pt x="724619" y="30672"/>
                  <a:pt x="736121" y="17253"/>
                </a:cubicBezTo>
                <a:cubicBezTo>
                  <a:pt x="741872" y="26838"/>
                  <a:pt x="742626" y="42937"/>
                  <a:pt x="753374" y="46008"/>
                </a:cubicBezTo>
                <a:cubicBezTo>
                  <a:pt x="773733" y="51825"/>
                  <a:pt x="795460" y="40257"/>
                  <a:pt x="816634" y="40257"/>
                </a:cubicBezTo>
                <a:cubicBezTo>
                  <a:pt x="822696" y="40257"/>
                  <a:pt x="827980" y="44645"/>
                  <a:pt x="833887" y="46008"/>
                </a:cubicBezTo>
                <a:cubicBezTo>
                  <a:pt x="852936" y="50404"/>
                  <a:pt x="872226" y="53675"/>
                  <a:pt x="891396" y="57509"/>
                </a:cubicBezTo>
                <a:cubicBezTo>
                  <a:pt x="900981" y="51758"/>
                  <a:pt x="909060" y="38871"/>
                  <a:pt x="920151" y="40257"/>
                </a:cubicBezTo>
                <a:cubicBezTo>
                  <a:pt x="922746" y="40581"/>
                  <a:pt x="945648" y="75627"/>
                  <a:pt x="948906" y="80513"/>
                </a:cubicBezTo>
                <a:cubicBezTo>
                  <a:pt x="962325" y="78596"/>
                  <a:pt x="977227" y="81188"/>
                  <a:pt x="989162" y="74762"/>
                </a:cubicBezTo>
                <a:cubicBezTo>
                  <a:pt x="1012683" y="62097"/>
                  <a:pt x="1025378" y="40100"/>
                  <a:pt x="1035170" y="17253"/>
                </a:cubicBezTo>
                <a:cubicBezTo>
                  <a:pt x="1037558" y="11681"/>
                  <a:pt x="1039004" y="5751"/>
                  <a:pt x="1040921" y="0"/>
                </a:cubicBezTo>
                <a:cubicBezTo>
                  <a:pt x="1043534" y="15678"/>
                  <a:pt x="1044800" y="44135"/>
                  <a:pt x="1058174" y="57509"/>
                </a:cubicBezTo>
                <a:cubicBezTo>
                  <a:pt x="1062460" y="61795"/>
                  <a:pt x="1069675" y="61343"/>
                  <a:pt x="1075426" y="63260"/>
                </a:cubicBezTo>
                <a:cubicBezTo>
                  <a:pt x="1086928" y="61343"/>
                  <a:pt x="1101686" y="65754"/>
                  <a:pt x="1109932" y="57509"/>
                </a:cubicBezTo>
                <a:cubicBezTo>
                  <a:pt x="1114819" y="52622"/>
                  <a:pt x="1098430" y="40257"/>
                  <a:pt x="1098430" y="40257"/>
                </a:cubicBezTo>
                <a:lnTo>
                  <a:pt x="1092679" y="437072"/>
                </a:lnTo>
                <a:lnTo>
                  <a:pt x="34506" y="437072"/>
                </a:lnTo>
                <a:lnTo>
                  <a:pt x="0" y="103517"/>
                </a:lnTo>
                <a:close/>
              </a:path>
            </a:pathLst>
          </a:custGeom>
          <a:solidFill>
            <a:srgbClr val="907B2C"/>
          </a:solidFill>
          <a:ln>
            <a:solidFill>
              <a:srgbClr val="907B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3C9425F-12E2-BC0D-D24B-4C421BB448E1}"/>
              </a:ext>
            </a:extLst>
          </p:cNvPr>
          <p:cNvCxnSpPr/>
          <p:nvPr/>
        </p:nvCxnSpPr>
        <p:spPr>
          <a:xfrm>
            <a:off x="914400"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69135D5-0FB6-14FD-C232-51CC6323AC49}"/>
              </a:ext>
            </a:extLst>
          </p:cNvPr>
          <p:cNvCxnSpPr/>
          <p:nvPr/>
        </p:nvCxnSpPr>
        <p:spPr>
          <a:xfrm>
            <a:off x="939114" y="2784389"/>
            <a:ext cx="10626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A794112-2A21-8D40-8C01-00E907DF9595}"/>
              </a:ext>
            </a:extLst>
          </p:cNvPr>
          <p:cNvCxnSpPr/>
          <p:nvPr/>
        </p:nvCxnSpPr>
        <p:spPr>
          <a:xfrm>
            <a:off x="2001795" y="1186248"/>
            <a:ext cx="0" cy="1598141"/>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20C1544-7E81-BEDE-44C5-DC77C4A52641}"/>
              </a:ext>
            </a:extLst>
          </p:cNvPr>
          <p:cNvSpPr txBox="1"/>
          <p:nvPr/>
        </p:nvSpPr>
        <p:spPr>
          <a:xfrm>
            <a:off x="196088" y="2334883"/>
            <a:ext cx="111084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Rough bed</a:t>
            </a:r>
          </a:p>
        </p:txBody>
      </p:sp>
      <p:sp>
        <p:nvSpPr>
          <p:cNvPr id="23" name="TextBox 22">
            <a:extLst>
              <a:ext uri="{FF2B5EF4-FFF2-40B4-BE49-F238E27FC236}">
                <a16:creationId xmlns:a16="http://schemas.microsoft.com/office/drawing/2014/main" id="{71879936-CD97-BCE8-7ECF-BDEF31CB7E5F}"/>
              </a:ext>
            </a:extLst>
          </p:cNvPr>
          <p:cNvSpPr txBox="1"/>
          <p:nvPr/>
        </p:nvSpPr>
        <p:spPr>
          <a:xfrm rot="16200000">
            <a:off x="-155624" y="1337759"/>
            <a:ext cx="172048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Smooth wall</a:t>
            </a:r>
          </a:p>
        </p:txBody>
      </p:sp>
      <p:sp>
        <p:nvSpPr>
          <p:cNvPr id="25" name="TextBox 24">
            <a:extLst>
              <a:ext uri="{FF2B5EF4-FFF2-40B4-BE49-F238E27FC236}">
                <a16:creationId xmlns:a16="http://schemas.microsoft.com/office/drawing/2014/main" id="{14FAED5C-FC6E-82ED-45E8-B4095F0484ED}"/>
              </a:ext>
            </a:extLst>
          </p:cNvPr>
          <p:cNvSpPr txBox="1"/>
          <p:nvPr/>
        </p:nvSpPr>
        <p:spPr>
          <a:xfrm>
            <a:off x="2870419" y="824498"/>
            <a:ext cx="2767055"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Known parameters</a:t>
            </a:r>
          </a:p>
        </p:txBody>
      </p:sp>
      <p:sp>
        <p:nvSpPr>
          <p:cNvPr id="27" name="TextBox 26">
            <a:extLst>
              <a:ext uri="{FF2B5EF4-FFF2-40B4-BE49-F238E27FC236}">
                <a16:creationId xmlns:a16="http://schemas.microsoft.com/office/drawing/2014/main" id="{FCB2ED67-DE1F-6A8B-2EF5-9B3F722C8D66}"/>
              </a:ext>
            </a:extLst>
          </p:cNvPr>
          <p:cNvSpPr txBox="1"/>
          <p:nvPr/>
        </p:nvSpPr>
        <p:spPr>
          <a:xfrm>
            <a:off x="2910924" y="1186248"/>
            <a:ext cx="4269104"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Flume width B</a:t>
            </a:r>
          </a:p>
          <a:p>
            <a:r>
              <a:rPr lang="en-US" dirty="0">
                <a:latin typeface="Arial" panose="020B0604020202020204" pitchFamily="34" charset="0"/>
                <a:cs typeface="Arial" panose="020B0604020202020204" pitchFamily="34" charset="0"/>
              </a:rPr>
              <a:t>Water discharge Q</a:t>
            </a:r>
          </a:p>
          <a:p>
            <a:r>
              <a:rPr lang="en-US" dirty="0">
                <a:latin typeface="Arial" panose="020B0604020202020204" pitchFamily="34" charset="0"/>
                <a:cs typeface="Arial" panose="020B0604020202020204" pitchFamily="34" charset="0"/>
              </a:rPr>
              <a:t>Water depth H</a:t>
            </a:r>
          </a:p>
          <a:p>
            <a:r>
              <a:rPr lang="en-US" dirty="0">
                <a:latin typeface="Arial" panose="020B0604020202020204" pitchFamily="34" charset="0"/>
                <a:cs typeface="Arial" panose="020B0604020202020204" pitchFamily="34" charset="0"/>
              </a:rPr>
              <a:t>Bed slope S</a:t>
            </a:r>
          </a:p>
          <a:p>
            <a:r>
              <a:rPr lang="en-US" dirty="0">
                <a:latin typeface="Arial" panose="020B0604020202020204" pitchFamily="34" charset="0"/>
                <a:cs typeface="Arial" panose="020B0604020202020204" pitchFamily="34" charset="0"/>
              </a:rPr>
              <a:t>Sediment properties R,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90</a:t>
            </a:r>
          </a:p>
          <a:p>
            <a:r>
              <a:rPr lang="en-US" dirty="0">
                <a:latin typeface="Arial" panose="020B0604020202020204" pitchFamily="34" charset="0"/>
                <a:cs typeface="Arial" panose="020B0604020202020204" pitchFamily="34" charset="0"/>
              </a:rPr>
              <a:t>Water properties </a:t>
            </a:r>
            <a:r>
              <a:rPr lang="en-US" dirty="0">
                <a:latin typeface="Symbol" panose="05050102010706020507" pitchFamily="18" charset="2"/>
                <a:cs typeface="Arial" panose="020B0604020202020204" pitchFamily="34" charset="0"/>
              </a:rPr>
              <a:t>r</a:t>
            </a:r>
            <a:r>
              <a:rPr lang="en-US" dirty="0">
                <a:latin typeface="Arial" panose="020B0604020202020204" pitchFamily="34" charset="0"/>
                <a:cs typeface="Arial" panose="020B0604020202020204" pitchFamily="34" charset="0"/>
              </a:rPr>
              <a:t>, </a:t>
            </a:r>
            <a:r>
              <a:rPr lang="en-US" dirty="0">
                <a:latin typeface="Symbol" panose="05050102010706020507" pitchFamily="18" charset="2"/>
                <a:cs typeface="Arial" panose="020B0604020202020204" pitchFamily="34" charset="0"/>
              </a:rPr>
              <a:t>n</a:t>
            </a:r>
          </a:p>
          <a:p>
            <a:r>
              <a:rPr lang="en-US" dirty="0">
                <a:latin typeface="Arial" panose="020B0604020202020204" pitchFamily="34" charset="0"/>
                <a:cs typeface="Arial" panose="020B0604020202020204" pitchFamily="34" charset="0"/>
              </a:rPr>
              <a:t>Acceleration of gravity g</a:t>
            </a:r>
          </a:p>
        </p:txBody>
      </p:sp>
      <p:sp>
        <p:nvSpPr>
          <p:cNvPr id="29" name="TextBox 28">
            <a:extLst>
              <a:ext uri="{FF2B5EF4-FFF2-40B4-BE49-F238E27FC236}">
                <a16:creationId xmlns:a16="http://schemas.microsoft.com/office/drawing/2014/main" id="{C83D34F5-9377-BE80-9149-2BB95BFC053D}"/>
              </a:ext>
            </a:extLst>
          </p:cNvPr>
          <p:cNvSpPr txBox="1"/>
          <p:nvPr/>
        </p:nvSpPr>
        <p:spPr>
          <a:xfrm>
            <a:off x="7821917" y="786138"/>
            <a:ext cx="1924214"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Unknowns</a:t>
            </a:r>
          </a:p>
        </p:txBody>
      </p:sp>
      <p:sp>
        <p:nvSpPr>
          <p:cNvPr id="31" name="TextBox 30">
            <a:extLst>
              <a:ext uri="{FF2B5EF4-FFF2-40B4-BE49-F238E27FC236}">
                <a16:creationId xmlns:a16="http://schemas.microsoft.com/office/drawing/2014/main" id="{FDED9FEB-52F7-10CE-5C56-2F9A87788EF6}"/>
              </a:ext>
            </a:extLst>
          </p:cNvPr>
          <p:cNvSpPr txBox="1"/>
          <p:nvPr/>
        </p:nvSpPr>
        <p:spPr>
          <a:xfrm>
            <a:off x="7821917" y="1144975"/>
            <a:ext cx="426910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Shear stress acting on the bed </a:t>
            </a:r>
            <a:r>
              <a:rPr lang="en-US" dirty="0">
                <a:latin typeface="Symbol" panose="05050102010706020507" pitchFamily="18" charset="2"/>
                <a:cs typeface="Arial" panose="020B0604020202020204" pitchFamily="34" charset="0"/>
              </a:rPr>
              <a:t>t</a:t>
            </a:r>
            <a:r>
              <a:rPr lang="en-US" baseline="-25000" dirty="0">
                <a:latin typeface="Arial" panose="020B0604020202020204" pitchFamily="34" charset="0"/>
                <a:cs typeface="Arial" panose="020B0604020202020204" pitchFamily="34" charset="0"/>
              </a:rPr>
              <a:t>b</a:t>
            </a:r>
          </a:p>
          <a:p>
            <a:r>
              <a:rPr lang="en-US" dirty="0">
                <a:latin typeface="Arial" panose="020B0604020202020204" pitchFamily="34" charset="0"/>
                <a:cs typeface="Arial" panose="020B0604020202020204" pitchFamily="34" charset="0"/>
              </a:rPr>
              <a:t>Shear stress acting on the wall </a:t>
            </a:r>
            <a:r>
              <a:rPr lang="en-US" dirty="0" err="1">
                <a:latin typeface="Symbol" panose="05050102010706020507" pitchFamily="18" charset="2"/>
                <a:cs typeface="Arial" panose="020B0604020202020204" pitchFamily="34" charset="0"/>
              </a:rPr>
              <a:t>t</a:t>
            </a:r>
            <a:r>
              <a:rPr lang="en-US" baseline="-25000" dirty="0" err="1">
                <a:latin typeface="Arial" panose="020B0604020202020204" pitchFamily="34" charset="0"/>
                <a:cs typeface="Arial" panose="020B0604020202020204" pitchFamily="34" charset="0"/>
              </a:rPr>
              <a:t>w</a:t>
            </a: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2" name="Rectangle: Rounded Corners 31">
                <a:extLst>
                  <a:ext uri="{FF2B5EF4-FFF2-40B4-BE49-F238E27FC236}">
                    <a16:creationId xmlns:a16="http://schemas.microsoft.com/office/drawing/2014/main" id="{3064E6FB-0E9E-46AC-551D-21E5E43EE491}"/>
                  </a:ext>
                </a:extLst>
              </p:cNvPr>
              <p:cNvSpPr/>
              <p:nvPr/>
            </p:nvSpPr>
            <p:spPr>
              <a:xfrm>
                <a:off x="535343" y="3762795"/>
                <a:ext cx="1916544" cy="1197619"/>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a:t>
                </a:r>
                <a14:m>
                  <m:oMath xmlns:m="http://schemas.openxmlformats.org/officeDocument/2006/math">
                    <m:sSub>
                      <m:sSubPr>
                        <m:ctrlPr>
                          <a:rPr lang="en-US" i="1" dirty="0" smtClean="0">
                            <a:solidFill>
                              <a:schemeClr val="accent6">
                                <a:lumMod val="50000"/>
                              </a:schemeClr>
                            </a:solidFill>
                            <a:latin typeface="Cambria Math" panose="02040503050406030204" pitchFamily="18" charset="0"/>
                          </a:rPr>
                        </m:ctrlPr>
                      </m:sSubPr>
                      <m:e>
                        <m:r>
                          <a:rPr lang="en-US" i="1" dirty="0" smtClean="0">
                            <a:solidFill>
                              <a:schemeClr val="accent6">
                                <a:lumMod val="50000"/>
                              </a:schemeClr>
                            </a:solidFill>
                            <a:latin typeface="Cambria Math" panose="02040503050406030204" pitchFamily="18" charset="0"/>
                          </a:rPr>
                          <m:t>𝐶</m:t>
                        </m:r>
                      </m:e>
                      <m:sub>
                        <m:r>
                          <a:rPr lang="en-US" i="1" dirty="0" smtClean="0">
                            <a:solidFill>
                              <a:schemeClr val="accent6">
                                <a:lumMod val="50000"/>
                              </a:schemeClr>
                            </a:solidFill>
                            <a:latin typeface="Cambria Math" panose="02040503050406030204" pitchFamily="18" charset="0"/>
                          </a:rPr>
                          <m:t>𝑓</m:t>
                        </m:r>
                      </m:sub>
                    </m:sSub>
                  </m:oMath>
                </a14:m>
                <a:endParaRPr lang="en-US" dirty="0">
                  <a:solidFill>
                    <a:schemeClr val="accent6">
                      <a:lumMod val="50000"/>
                    </a:schemeClr>
                  </a:solidFill>
                </a:endParaRP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𝐶</m:t>
                          </m:r>
                        </m:e>
                        <m:sub>
                          <m:r>
                            <a:rPr lang="en-US" b="0" i="1" smtClean="0">
                              <a:solidFill>
                                <a:schemeClr val="accent6">
                                  <a:lumMod val="50000"/>
                                </a:schemeClr>
                              </a:solidFill>
                              <a:latin typeface="Cambria Math" panose="02040503050406030204" pitchFamily="18" charset="0"/>
                            </a:rPr>
                            <m:t>𝑓</m:t>
                          </m:r>
                        </m:sub>
                      </m:sSub>
                      <m:r>
                        <a:rPr lang="en-US" b="0" i="1" smtClean="0">
                          <a:solidFill>
                            <a:schemeClr val="accent6">
                              <a:lumMod val="50000"/>
                            </a:schemeClr>
                          </a:solidFill>
                          <a:latin typeface="Cambria Math" panose="02040503050406030204" pitchFamily="18" charset="0"/>
                        </a:rPr>
                        <m:t>=</m:t>
                      </m:r>
                      <m:f>
                        <m:fPr>
                          <m:ctrlPr>
                            <a:rPr lang="en-US" b="0" i="1" smtClean="0">
                              <a:solidFill>
                                <a:schemeClr val="accent6">
                                  <a:lumMod val="50000"/>
                                </a:schemeClr>
                              </a:solidFill>
                              <a:latin typeface="Cambria Math" panose="02040503050406030204" pitchFamily="18" charset="0"/>
                            </a:rPr>
                          </m:ctrlPr>
                        </m:fPr>
                        <m:num>
                          <m:r>
                            <a:rPr lang="en-US" b="0" i="1" smtClean="0">
                              <a:solidFill>
                                <a:schemeClr val="accent6">
                                  <a:lumMod val="50000"/>
                                </a:schemeClr>
                              </a:solidFill>
                              <a:latin typeface="Cambria Math" panose="02040503050406030204" pitchFamily="18" charset="0"/>
                            </a:rPr>
                            <m:t>𝑆𝑔𝑟</m:t>
                          </m:r>
                        </m:num>
                        <m:den>
                          <m:sSup>
                            <m:sSupPr>
                              <m:ctrlPr>
                                <a:rPr lang="en-US" b="0" i="1" smtClean="0">
                                  <a:solidFill>
                                    <a:schemeClr val="accent6">
                                      <a:lumMod val="50000"/>
                                    </a:schemeClr>
                                  </a:solidFill>
                                  <a:latin typeface="Cambria Math" panose="02040503050406030204" pitchFamily="18" charset="0"/>
                                </a:rPr>
                              </m:ctrlPr>
                            </m:sSupPr>
                            <m:e>
                              <m:r>
                                <a:rPr lang="en-US" b="0" i="1" smtClean="0">
                                  <a:solidFill>
                                    <a:schemeClr val="accent6">
                                      <a:lumMod val="50000"/>
                                    </a:schemeClr>
                                  </a:solidFill>
                                  <a:latin typeface="Cambria Math" panose="02040503050406030204" pitchFamily="18" charset="0"/>
                                </a:rPr>
                                <m:t>𝑈</m:t>
                              </m:r>
                            </m:e>
                            <m:sup>
                              <m:r>
                                <a:rPr lang="en-US" b="0" i="1" smtClean="0">
                                  <a:solidFill>
                                    <a:schemeClr val="accent6">
                                      <a:lumMod val="50000"/>
                                    </a:schemeClr>
                                  </a:solidFill>
                                  <a:latin typeface="Cambria Math" panose="02040503050406030204" pitchFamily="18" charset="0"/>
                                </a:rPr>
                                <m:t>2</m:t>
                              </m:r>
                            </m:sup>
                          </m:sSup>
                        </m:den>
                      </m:f>
                    </m:oMath>
                  </m:oMathPara>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32" name="Rectangle: Rounded Corners 31">
                <a:extLst>
                  <a:ext uri="{FF2B5EF4-FFF2-40B4-BE49-F238E27FC236}">
                    <a16:creationId xmlns:a16="http://schemas.microsoft.com/office/drawing/2014/main" id="{3064E6FB-0E9E-46AC-551D-21E5E43EE491}"/>
                  </a:ext>
                </a:extLst>
              </p:cNvPr>
              <p:cNvSpPr>
                <a:spLocks noRot="1" noChangeAspect="1" noMove="1" noResize="1" noEditPoints="1" noAdjustHandles="1" noChangeArrowheads="1" noChangeShapeType="1" noTextEdit="1"/>
              </p:cNvSpPr>
              <p:nvPr/>
            </p:nvSpPr>
            <p:spPr>
              <a:xfrm>
                <a:off x="535343" y="3762795"/>
                <a:ext cx="1916544" cy="1197619"/>
              </a:xfrm>
              <a:prstGeom prst="roundRect">
                <a:avLst/>
              </a:prstGeom>
              <a:blipFill>
                <a:blip r:embed="rId3"/>
                <a:stretch>
                  <a:fillRect t="-500"/>
                </a:stretch>
              </a:blipFill>
              <a:ln>
                <a:solidFill>
                  <a:schemeClr val="accent6">
                    <a:lumMod val="50000"/>
                  </a:schemeClr>
                </a:solidFill>
              </a:ln>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CBB36CBD-9BBB-383D-59B8-A17849E80156}"/>
              </a:ext>
            </a:extLst>
          </p:cNvPr>
          <p:cNvCxnSpPr>
            <a:cxnSpLocks/>
            <a:stCxn id="32" idx="3"/>
          </p:cNvCxnSpPr>
          <p:nvPr/>
        </p:nvCxnSpPr>
        <p:spPr>
          <a:xfrm>
            <a:off x="2451887" y="4361605"/>
            <a:ext cx="946768" cy="0"/>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7" name="Rectangle: Rounded Corners 36">
                <a:extLst>
                  <a:ext uri="{FF2B5EF4-FFF2-40B4-BE49-F238E27FC236}">
                    <a16:creationId xmlns:a16="http://schemas.microsoft.com/office/drawing/2014/main" id="{F2FB1A3F-5455-DF78-2253-4EF105EDBEDC}"/>
                  </a:ext>
                </a:extLst>
              </p:cNvPr>
              <p:cNvSpPr/>
              <p:nvPr/>
            </p:nvSpPr>
            <p:spPr>
              <a:xfrm>
                <a:off x="3410159" y="3762795"/>
                <a:ext cx="1916544" cy="1197619"/>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a:t>
                </a:r>
              </a:p>
              <a:p>
                <a:pPr algn="ctr"/>
                <a14:m>
                  <m:oMathPara xmlns:m="http://schemas.openxmlformats.org/officeDocument/2006/math">
                    <m:oMathParaPr>
                      <m:jc m:val="centerGroup"/>
                    </m:oMathParaPr>
                    <m:oMath xmlns:m="http://schemas.openxmlformats.org/officeDocument/2006/math">
                      <m:f>
                        <m:fPr>
                          <m:ctrlPr>
                            <a:rPr lang="en-US" b="0" i="1" smtClean="0">
                              <a:solidFill>
                                <a:schemeClr val="accent6">
                                  <a:lumMod val="50000"/>
                                </a:schemeClr>
                              </a:solidFill>
                              <a:latin typeface="Cambria Math" panose="02040503050406030204" pitchFamily="18" charset="0"/>
                            </a:rPr>
                          </m:ctrlPr>
                        </m:fPr>
                        <m:num>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𝐶</m:t>
                              </m:r>
                            </m:e>
                            <m:sub>
                              <m:r>
                                <a:rPr lang="en-US" i="1">
                                  <a:solidFill>
                                    <a:schemeClr val="accent6">
                                      <a:lumMod val="50000"/>
                                    </a:schemeClr>
                                  </a:solidFill>
                                  <a:latin typeface="Cambria Math" panose="02040503050406030204" pitchFamily="18" charset="0"/>
                                </a:rPr>
                                <m:t>𝑓</m:t>
                              </m:r>
                            </m:sub>
                          </m:sSub>
                        </m:num>
                        <m:den>
                          <m:r>
                            <a:rPr lang="en-US" b="0" i="1" smtClean="0">
                              <a:solidFill>
                                <a:schemeClr val="accent6">
                                  <a:lumMod val="50000"/>
                                </a:schemeClr>
                              </a:solidFill>
                              <a:latin typeface="Cambria Math" panose="02040503050406030204" pitchFamily="18" charset="0"/>
                            </a:rPr>
                            <m:t>𝑅𝑒</m:t>
                          </m:r>
                        </m:den>
                      </m:f>
                      <m:r>
                        <a:rPr lang="en-US" b="0" i="1" smtClean="0">
                          <a:solidFill>
                            <a:schemeClr val="accent6">
                              <a:lumMod val="50000"/>
                            </a:schemeClr>
                          </a:solidFill>
                          <a:latin typeface="Cambria Math" panose="02040503050406030204" pitchFamily="18" charset="0"/>
                        </a:rPr>
                        <m:t>=</m:t>
                      </m:r>
                      <m:f>
                        <m:fPr>
                          <m:ctrlPr>
                            <a:rPr lang="en-US" b="0" i="1" smtClean="0">
                              <a:solidFill>
                                <a:schemeClr val="accent6">
                                  <a:lumMod val="50000"/>
                                </a:schemeClr>
                              </a:solidFill>
                              <a:latin typeface="Cambria Math" panose="02040503050406030204" pitchFamily="18" charset="0"/>
                            </a:rPr>
                          </m:ctrlPr>
                        </m:fPr>
                        <m:num>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𝐶</m:t>
                              </m:r>
                            </m:e>
                            <m:sub>
                              <m:r>
                                <a:rPr lang="en-US" b="0" i="1" smtClean="0">
                                  <a:solidFill>
                                    <a:schemeClr val="accent6">
                                      <a:lumMod val="50000"/>
                                    </a:schemeClr>
                                  </a:solidFill>
                                  <a:latin typeface="Cambria Math" panose="02040503050406030204" pitchFamily="18" charset="0"/>
                                </a:rPr>
                                <m:t>𝑓</m:t>
                              </m:r>
                            </m:sub>
                          </m:sSub>
                          <m:r>
                            <a:rPr lang="en-US" b="0" i="1" smtClean="0">
                              <a:solidFill>
                                <a:schemeClr val="accent6">
                                  <a:lumMod val="50000"/>
                                </a:schemeClr>
                              </a:solidFill>
                              <a:latin typeface="Cambria Math" panose="02040503050406030204" pitchFamily="18" charset="0"/>
                              <a:ea typeface="Cambria Math" panose="02040503050406030204" pitchFamily="18" charset="0"/>
                            </a:rPr>
                            <m:t>𝜈</m:t>
                          </m:r>
                        </m:num>
                        <m:den>
                          <m:r>
                            <a:rPr lang="en-US" b="0" i="1" smtClean="0">
                              <a:solidFill>
                                <a:schemeClr val="accent6">
                                  <a:lumMod val="50000"/>
                                </a:schemeClr>
                              </a:solidFill>
                              <a:latin typeface="Cambria Math" panose="02040503050406030204" pitchFamily="18" charset="0"/>
                            </a:rPr>
                            <m:t>𝑟𝑈</m:t>
                          </m:r>
                        </m:den>
                      </m:f>
                      <m:r>
                        <a:rPr lang="en-US" b="0" i="1" smtClean="0">
                          <a:solidFill>
                            <a:schemeClr val="accent6">
                              <a:lumMod val="50000"/>
                            </a:schemeClr>
                          </a:solidFill>
                          <a:latin typeface="Cambria Math" panose="02040503050406030204" pitchFamily="18" charset="0"/>
                        </a:rPr>
                        <m:t>=</m:t>
                      </m:r>
                      <m:f>
                        <m:fPr>
                          <m:ctrlPr>
                            <a:rPr lang="en-US" i="1">
                              <a:solidFill>
                                <a:schemeClr val="accent6">
                                  <a:lumMod val="50000"/>
                                </a:schemeClr>
                              </a:solidFill>
                              <a:latin typeface="Cambria Math" panose="02040503050406030204" pitchFamily="18" charset="0"/>
                            </a:rPr>
                          </m:ctrlPr>
                        </m:fPr>
                        <m:num>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𝐶</m:t>
                              </m:r>
                            </m:e>
                            <m:sub>
                              <m:r>
                                <a:rPr lang="en-US" i="1">
                                  <a:solidFill>
                                    <a:schemeClr val="accent6">
                                      <a:lumMod val="50000"/>
                                    </a:schemeClr>
                                  </a:solidFill>
                                  <a:latin typeface="Cambria Math" panose="02040503050406030204" pitchFamily="18" charset="0"/>
                                </a:rPr>
                                <m:t>𝑓</m:t>
                              </m:r>
                              <m:r>
                                <a:rPr lang="en-US" b="0" i="1" smtClean="0">
                                  <a:solidFill>
                                    <a:schemeClr val="accent6">
                                      <a:lumMod val="50000"/>
                                    </a:schemeClr>
                                  </a:solidFill>
                                  <a:latin typeface="Cambria Math" panose="02040503050406030204" pitchFamily="18" charset="0"/>
                                </a:rPr>
                                <m:t>𝑤</m:t>
                              </m:r>
                            </m:sub>
                          </m:sSub>
                        </m:num>
                        <m:den>
                          <m:r>
                            <a:rPr lang="en-US" i="1">
                              <a:solidFill>
                                <a:schemeClr val="accent6">
                                  <a:lumMod val="50000"/>
                                </a:schemeClr>
                              </a:solidFill>
                              <a:latin typeface="Cambria Math" panose="02040503050406030204" pitchFamily="18" charset="0"/>
                            </a:rPr>
                            <m:t>𝑅</m:t>
                          </m:r>
                          <m:sSub>
                            <m:sSubPr>
                              <m:ctrlPr>
                                <a:rPr lang="en-US" b="0" i="1" smtClean="0">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𝑒</m:t>
                              </m:r>
                            </m:e>
                            <m:sub>
                              <m:r>
                                <a:rPr lang="en-US" b="0" i="1" smtClean="0">
                                  <a:solidFill>
                                    <a:schemeClr val="accent6">
                                      <a:lumMod val="50000"/>
                                    </a:schemeClr>
                                  </a:solidFill>
                                  <a:latin typeface="Cambria Math" panose="02040503050406030204" pitchFamily="18" charset="0"/>
                                </a:rPr>
                                <m:t>𝑤</m:t>
                              </m:r>
                            </m:sub>
                          </m:sSub>
                        </m:den>
                      </m:f>
                    </m:oMath>
                  </m:oMathPara>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37" name="Rectangle: Rounded Corners 36">
                <a:extLst>
                  <a:ext uri="{FF2B5EF4-FFF2-40B4-BE49-F238E27FC236}">
                    <a16:creationId xmlns:a16="http://schemas.microsoft.com/office/drawing/2014/main" id="{F2FB1A3F-5455-DF78-2253-4EF105EDBEDC}"/>
                  </a:ext>
                </a:extLst>
              </p:cNvPr>
              <p:cNvSpPr>
                <a:spLocks noRot="1" noChangeAspect="1" noMove="1" noResize="1" noEditPoints="1" noAdjustHandles="1" noChangeArrowheads="1" noChangeShapeType="1" noTextEdit="1"/>
              </p:cNvSpPr>
              <p:nvPr/>
            </p:nvSpPr>
            <p:spPr>
              <a:xfrm>
                <a:off x="3410159" y="3762795"/>
                <a:ext cx="1916544" cy="1197619"/>
              </a:xfrm>
              <a:prstGeom prst="roundRect">
                <a:avLst/>
              </a:prstGeom>
              <a:blipFill>
                <a:blip r:embed="rId4"/>
                <a:stretch>
                  <a:fillRect t="-2000"/>
                </a:stretch>
              </a:blipFill>
              <a:ln>
                <a:solidFill>
                  <a:schemeClr val="accent6">
                    <a:lumMod val="50000"/>
                  </a:schemeClr>
                </a:solidFill>
              </a:ln>
            </p:spPr>
            <p:txBody>
              <a:bodyPr/>
              <a:lstStyle/>
              <a:p>
                <a:r>
                  <a:rPr lang="en-US">
                    <a:noFill/>
                  </a:rPr>
                  <a:t> </a:t>
                </a:r>
              </a:p>
            </p:txBody>
          </p:sp>
        </mc:Fallback>
      </mc:AlternateContent>
      <p:cxnSp>
        <p:nvCxnSpPr>
          <p:cNvPr id="38" name="Straight Arrow Connector 37">
            <a:extLst>
              <a:ext uri="{FF2B5EF4-FFF2-40B4-BE49-F238E27FC236}">
                <a16:creationId xmlns:a16="http://schemas.microsoft.com/office/drawing/2014/main" id="{259623FE-06CF-B423-9447-071CF66A6E0F}"/>
              </a:ext>
            </a:extLst>
          </p:cNvPr>
          <p:cNvCxnSpPr>
            <a:cxnSpLocks/>
          </p:cNvCxnSpPr>
          <p:nvPr/>
        </p:nvCxnSpPr>
        <p:spPr>
          <a:xfrm>
            <a:off x="5326703" y="4418211"/>
            <a:ext cx="946768" cy="0"/>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0" name="Rectangle: Rounded Corners 39">
                <a:extLst>
                  <a:ext uri="{FF2B5EF4-FFF2-40B4-BE49-F238E27FC236}">
                    <a16:creationId xmlns:a16="http://schemas.microsoft.com/office/drawing/2014/main" id="{D8C4B4BF-37F2-1BB7-C7EE-51BE365F831B}"/>
                  </a:ext>
                </a:extLst>
              </p:cNvPr>
              <p:cNvSpPr/>
              <p:nvPr/>
            </p:nvSpPr>
            <p:spPr>
              <a:xfrm>
                <a:off x="6284975" y="3762796"/>
                <a:ext cx="2510682" cy="1197618"/>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a:t>
                </a:r>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𝐶</m:t>
                        </m:r>
                      </m:e>
                      <m:sub>
                        <m:r>
                          <a:rPr lang="en-US" i="1">
                            <a:solidFill>
                              <a:schemeClr val="accent6">
                                <a:lumMod val="50000"/>
                              </a:schemeClr>
                            </a:solidFill>
                            <a:latin typeface="Cambria Math" panose="02040503050406030204" pitchFamily="18" charset="0"/>
                          </a:rPr>
                          <m:t>𝑓</m:t>
                        </m:r>
                        <m:r>
                          <a:rPr lang="en-US" i="1">
                            <a:solidFill>
                              <a:schemeClr val="accent6">
                                <a:lumMod val="50000"/>
                              </a:schemeClr>
                            </a:solidFill>
                            <a:latin typeface="Cambria Math" panose="02040503050406030204" pitchFamily="18" charset="0"/>
                          </a:rPr>
                          <m:t>𝑤</m:t>
                        </m:r>
                      </m:sub>
                    </m:sSub>
                  </m:oMath>
                </a14:m>
                <a:r>
                  <a:rPr lang="en-US" dirty="0">
                    <a:solidFill>
                      <a:schemeClr val="accent6">
                        <a:lumMod val="50000"/>
                      </a:schemeClr>
                    </a:solidFill>
                  </a:rPr>
                  <a:t> with a relation for smooth boundaries and </a:t>
                </a:r>
                <a14:m>
                  <m:oMath xmlns:m="http://schemas.openxmlformats.org/officeDocument/2006/math">
                    <m:sSub>
                      <m:sSubPr>
                        <m:ctrlPr>
                          <a:rPr lang="en-US"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i="1" smtClean="0">
                            <a:solidFill>
                              <a:schemeClr val="accent6">
                                <a:lumMod val="50000"/>
                              </a:schemeClr>
                            </a:solidFill>
                            <a:latin typeface="Cambria Math" panose="02040503050406030204" pitchFamily="18" charset="0"/>
                            <a:ea typeface="Cambria Math" panose="02040503050406030204" pitchFamily="18" charset="0"/>
                          </a:rPr>
                          <m:t>𝜏</m:t>
                        </m:r>
                      </m:e>
                      <m:sub>
                        <m:r>
                          <a:rPr lang="en-US" b="0" i="1" smtClean="0">
                            <a:solidFill>
                              <a:schemeClr val="accent6">
                                <a:lumMod val="50000"/>
                              </a:schemeClr>
                            </a:solidFill>
                            <a:latin typeface="Cambria Math" panose="02040503050406030204" pitchFamily="18" charset="0"/>
                            <a:ea typeface="Cambria Math" panose="02040503050406030204" pitchFamily="18" charset="0"/>
                          </a:rPr>
                          <m:t>𝑤</m:t>
                        </m:r>
                      </m:sub>
                    </m:sSub>
                  </m:oMath>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40" name="Rectangle: Rounded Corners 39">
                <a:extLst>
                  <a:ext uri="{FF2B5EF4-FFF2-40B4-BE49-F238E27FC236}">
                    <a16:creationId xmlns:a16="http://schemas.microsoft.com/office/drawing/2014/main" id="{D8C4B4BF-37F2-1BB7-C7EE-51BE365F831B}"/>
                  </a:ext>
                </a:extLst>
              </p:cNvPr>
              <p:cNvSpPr>
                <a:spLocks noRot="1" noChangeAspect="1" noMove="1" noResize="1" noEditPoints="1" noAdjustHandles="1" noChangeArrowheads="1" noChangeShapeType="1" noTextEdit="1"/>
              </p:cNvSpPr>
              <p:nvPr/>
            </p:nvSpPr>
            <p:spPr>
              <a:xfrm>
                <a:off x="6284975" y="3762796"/>
                <a:ext cx="2510682" cy="1197618"/>
              </a:xfrm>
              <a:prstGeom prst="roundRect">
                <a:avLst/>
              </a:prstGeom>
              <a:blipFill>
                <a:blip r:embed="rId5"/>
                <a:stretch>
                  <a:fillRect t="-1500"/>
                </a:stretch>
              </a:blipFill>
              <a:ln>
                <a:solidFill>
                  <a:schemeClr val="accent6">
                    <a:lumMod val="50000"/>
                  </a:schemeClr>
                </a:solidFill>
              </a:ln>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C7EF32F4-46F1-760D-A9A4-24E7258EE86B}"/>
              </a:ext>
            </a:extLst>
          </p:cNvPr>
          <p:cNvCxnSpPr>
            <a:cxnSpLocks/>
          </p:cNvCxnSpPr>
          <p:nvPr/>
        </p:nvCxnSpPr>
        <p:spPr>
          <a:xfrm>
            <a:off x="8799363" y="4460365"/>
            <a:ext cx="946768" cy="0"/>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3" name="Rectangle: Rounded Corners 42">
                <a:extLst>
                  <a:ext uri="{FF2B5EF4-FFF2-40B4-BE49-F238E27FC236}">
                    <a16:creationId xmlns:a16="http://schemas.microsoft.com/office/drawing/2014/main" id="{C16A0F96-AFA9-F50E-5DE7-5F2037EFD387}"/>
                  </a:ext>
                </a:extLst>
              </p:cNvPr>
              <p:cNvSpPr/>
              <p:nvPr/>
            </p:nvSpPr>
            <p:spPr>
              <a:xfrm>
                <a:off x="9749837" y="3762795"/>
                <a:ext cx="2050277" cy="1197618"/>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a:t>
                </a:r>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𝑅𝑒</m:t>
                        </m:r>
                      </m:e>
                      <m:sub>
                        <m:r>
                          <a:rPr lang="en-US" i="1">
                            <a:solidFill>
                              <a:schemeClr val="accent6">
                                <a:lumMod val="50000"/>
                              </a:schemeClr>
                            </a:solidFill>
                            <a:latin typeface="Cambria Math" panose="02040503050406030204" pitchFamily="18" charset="0"/>
                          </a:rPr>
                          <m:t>𝑤</m:t>
                        </m:r>
                      </m:sub>
                    </m:sSub>
                  </m:oMath>
                </a14:m>
                <a:r>
                  <a:rPr lang="en-US" dirty="0">
                    <a:solidFill>
                      <a:schemeClr val="accent6">
                        <a:lumMod val="50000"/>
                      </a:schemeClr>
                    </a:solidFill>
                  </a:rPr>
                  <a:t> and </a:t>
                </a:r>
                <a14:m>
                  <m:oMath xmlns:m="http://schemas.openxmlformats.org/officeDocument/2006/math">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𝐴</m:t>
                        </m:r>
                      </m:e>
                      <m:sub>
                        <m:r>
                          <a:rPr lang="en-US" b="0" i="1" smtClean="0">
                            <a:solidFill>
                              <a:schemeClr val="accent6">
                                <a:lumMod val="50000"/>
                              </a:schemeClr>
                            </a:solidFill>
                            <a:latin typeface="Cambria Math" panose="02040503050406030204" pitchFamily="18" charset="0"/>
                          </a:rPr>
                          <m:t>𝑤</m:t>
                        </m:r>
                      </m:sub>
                    </m:sSub>
                  </m:oMath>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43" name="Rectangle: Rounded Corners 42">
                <a:extLst>
                  <a:ext uri="{FF2B5EF4-FFF2-40B4-BE49-F238E27FC236}">
                    <a16:creationId xmlns:a16="http://schemas.microsoft.com/office/drawing/2014/main" id="{C16A0F96-AFA9-F50E-5DE7-5F2037EFD387}"/>
                  </a:ext>
                </a:extLst>
              </p:cNvPr>
              <p:cNvSpPr>
                <a:spLocks noRot="1" noChangeAspect="1" noMove="1" noResize="1" noEditPoints="1" noAdjustHandles="1" noChangeArrowheads="1" noChangeShapeType="1" noTextEdit="1"/>
              </p:cNvSpPr>
              <p:nvPr/>
            </p:nvSpPr>
            <p:spPr>
              <a:xfrm>
                <a:off x="9749837" y="3762795"/>
                <a:ext cx="2050277" cy="1197618"/>
              </a:xfrm>
              <a:prstGeom prst="roundRect">
                <a:avLst/>
              </a:prstGeom>
              <a:blipFill>
                <a:blip r:embed="rId6"/>
                <a:stretch>
                  <a:fillRect/>
                </a:stretch>
              </a:blipFill>
              <a:ln>
                <a:solidFill>
                  <a:schemeClr val="accent6">
                    <a:lumMod val="50000"/>
                  </a:schemeClr>
                </a:solidFill>
              </a:ln>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505B579B-EBA7-47C1-E877-FABEC5259C4F}"/>
              </a:ext>
            </a:extLst>
          </p:cNvPr>
          <p:cNvCxnSpPr>
            <a:cxnSpLocks/>
          </p:cNvCxnSpPr>
          <p:nvPr/>
        </p:nvCxnSpPr>
        <p:spPr>
          <a:xfrm>
            <a:off x="10606392" y="4960413"/>
            <a:ext cx="0" cy="525987"/>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7" name="Rectangle: Rounded Corners 46">
                <a:extLst>
                  <a:ext uri="{FF2B5EF4-FFF2-40B4-BE49-F238E27FC236}">
                    <a16:creationId xmlns:a16="http://schemas.microsoft.com/office/drawing/2014/main" id="{C81A8124-FC75-39B9-F5A7-8E43A6A68AD2}"/>
                  </a:ext>
                </a:extLst>
              </p:cNvPr>
              <p:cNvSpPr/>
              <p:nvPr/>
            </p:nvSpPr>
            <p:spPr>
              <a:xfrm>
                <a:off x="9858694" y="5523857"/>
                <a:ext cx="2050277" cy="832492"/>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a:t>
                </a:r>
                <a14:m>
                  <m:oMath xmlns:m="http://schemas.openxmlformats.org/officeDocument/2006/math">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𝐴</m:t>
                        </m:r>
                      </m:e>
                      <m:sub>
                        <m:r>
                          <a:rPr lang="en-US" b="0" i="1" smtClean="0">
                            <a:solidFill>
                              <a:schemeClr val="accent6">
                                <a:lumMod val="50000"/>
                              </a:schemeClr>
                            </a:solidFill>
                            <a:latin typeface="Cambria Math" panose="02040503050406030204" pitchFamily="18" charset="0"/>
                          </a:rPr>
                          <m:t>𝑏</m:t>
                        </m:r>
                      </m:sub>
                    </m:sSub>
                    <m:r>
                      <a:rPr lang="en-US" b="0" i="1" smtClean="0">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𝐴</m:t>
                    </m:r>
                    <m:r>
                      <a:rPr lang="en-US" b="0" i="1" smtClean="0">
                        <a:solidFill>
                          <a:schemeClr val="accent6">
                            <a:lumMod val="50000"/>
                          </a:schemeClr>
                        </a:solidFill>
                        <a:latin typeface="Cambria Math" panose="02040503050406030204" pitchFamily="18" charset="0"/>
                      </a:rPr>
                      <m:t>−</m:t>
                    </m:r>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𝐴</m:t>
                        </m:r>
                      </m:e>
                      <m:sub>
                        <m:r>
                          <a:rPr lang="en-US" b="0" i="1" smtClean="0">
                            <a:solidFill>
                              <a:schemeClr val="accent6">
                                <a:lumMod val="50000"/>
                              </a:schemeClr>
                            </a:solidFill>
                            <a:latin typeface="Cambria Math" panose="02040503050406030204" pitchFamily="18" charset="0"/>
                          </a:rPr>
                          <m:t>𝑤</m:t>
                        </m:r>
                      </m:sub>
                    </m:sSub>
                  </m:oMath>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47" name="Rectangle: Rounded Corners 46">
                <a:extLst>
                  <a:ext uri="{FF2B5EF4-FFF2-40B4-BE49-F238E27FC236}">
                    <a16:creationId xmlns:a16="http://schemas.microsoft.com/office/drawing/2014/main" id="{C81A8124-FC75-39B9-F5A7-8E43A6A68AD2}"/>
                  </a:ext>
                </a:extLst>
              </p:cNvPr>
              <p:cNvSpPr>
                <a:spLocks noRot="1" noChangeAspect="1" noMove="1" noResize="1" noEditPoints="1" noAdjustHandles="1" noChangeArrowheads="1" noChangeShapeType="1" noTextEdit="1"/>
              </p:cNvSpPr>
              <p:nvPr/>
            </p:nvSpPr>
            <p:spPr>
              <a:xfrm>
                <a:off x="9858694" y="5523857"/>
                <a:ext cx="2050277" cy="832492"/>
              </a:xfrm>
              <a:prstGeom prst="roundRect">
                <a:avLst/>
              </a:prstGeom>
              <a:blipFill>
                <a:blip r:embed="rId7"/>
                <a:stretch>
                  <a:fillRect t="-7143"/>
                </a:stretch>
              </a:blipFill>
              <a:ln>
                <a:solidFill>
                  <a:schemeClr val="accent6">
                    <a:lumMod val="50000"/>
                  </a:schemeClr>
                </a:solidFill>
              </a:ln>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832E8AAE-3995-E935-668A-A6AFAA883080}"/>
              </a:ext>
            </a:extLst>
          </p:cNvPr>
          <p:cNvCxnSpPr>
            <a:cxnSpLocks/>
          </p:cNvCxnSpPr>
          <p:nvPr/>
        </p:nvCxnSpPr>
        <p:spPr>
          <a:xfrm flipH="1">
            <a:off x="9204960" y="5988719"/>
            <a:ext cx="653734" cy="0"/>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2" name="Rectangle: Rounded Corners 51">
                <a:extLst>
                  <a:ext uri="{FF2B5EF4-FFF2-40B4-BE49-F238E27FC236}">
                    <a16:creationId xmlns:a16="http://schemas.microsoft.com/office/drawing/2014/main" id="{88D32EFE-2C19-8D57-DC71-D185F4B23EE8}"/>
                  </a:ext>
                </a:extLst>
              </p:cNvPr>
              <p:cNvSpPr/>
              <p:nvPr/>
            </p:nvSpPr>
            <p:spPr>
              <a:xfrm>
                <a:off x="6191795" y="5554777"/>
                <a:ext cx="3013166" cy="1166695"/>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a:t>
                </a:r>
                <a14:m>
                  <m:oMath xmlns:m="http://schemas.openxmlformats.org/officeDocument/2006/math">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𝐶</m:t>
                        </m:r>
                      </m:e>
                      <m:sub>
                        <m:r>
                          <a:rPr lang="en-US" b="0" i="1" smtClean="0">
                            <a:solidFill>
                              <a:schemeClr val="accent6">
                                <a:lumMod val="50000"/>
                              </a:schemeClr>
                            </a:solidFill>
                            <a:latin typeface="Cambria Math" panose="02040503050406030204" pitchFamily="18" charset="0"/>
                          </a:rPr>
                          <m:t>𝑓</m:t>
                        </m:r>
                        <m:r>
                          <a:rPr lang="en-US" b="0" i="1" smtClean="0">
                            <a:solidFill>
                              <a:schemeClr val="accent6">
                                <a:lumMod val="50000"/>
                              </a:schemeClr>
                            </a:solidFill>
                            <a:latin typeface="Cambria Math" panose="02040503050406030204" pitchFamily="18" charset="0"/>
                          </a:rPr>
                          <m:t>𝑏</m:t>
                        </m:r>
                      </m:sub>
                    </m:sSub>
                  </m:oMath>
                </a14:m>
                <a:r>
                  <a:rPr lang="en-US" dirty="0">
                    <a:solidFill>
                      <a:schemeClr val="accent6">
                        <a:lumMod val="50000"/>
                      </a:schemeClr>
                    </a:solidFill>
                  </a:rPr>
                  <a:t> from</a:t>
                </a:r>
              </a:p>
              <a:p>
                <a:pPr algn="ctr"/>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52" name="Rectangle: Rounded Corners 51">
                <a:extLst>
                  <a:ext uri="{FF2B5EF4-FFF2-40B4-BE49-F238E27FC236}">
                    <a16:creationId xmlns:a16="http://schemas.microsoft.com/office/drawing/2014/main" id="{88D32EFE-2C19-8D57-DC71-D185F4B23EE8}"/>
                  </a:ext>
                </a:extLst>
              </p:cNvPr>
              <p:cNvSpPr>
                <a:spLocks noRot="1" noChangeAspect="1" noMove="1" noResize="1" noEditPoints="1" noAdjustHandles="1" noChangeArrowheads="1" noChangeShapeType="1" noTextEdit="1"/>
              </p:cNvSpPr>
              <p:nvPr/>
            </p:nvSpPr>
            <p:spPr>
              <a:xfrm>
                <a:off x="6191795" y="5554777"/>
                <a:ext cx="3013166" cy="1166695"/>
              </a:xfrm>
              <a:prstGeom prst="roundRect">
                <a:avLst/>
              </a:prstGeom>
              <a:blipFill>
                <a:blip r:embed="rId8"/>
                <a:stretch>
                  <a:fillRect/>
                </a:stretch>
              </a:blipFill>
              <a:ln>
                <a:solidFill>
                  <a:schemeClr val="accent6">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F62E20D2-78CA-E716-B6D3-A3068FB63EED}"/>
                  </a:ext>
                </a:extLst>
              </p:cNvPr>
              <p:cNvSpPr txBox="1"/>
              <p:nvPr/>
            </p:nvSpPr>
            <p:spPr>
              <a:xfrm>
                <a:off x="6485157" y="5973869"/>
                <a:ext cx="2624009" cy="424732"/>
              </a:xfrm>
              <a:prstGeom prst="rect">
                <a:avLst/>
              </a:prstGeom>
              <a:noFill/>
            </p:spPr>
            <p:txBody>
              <a:bodyPr wrap="square">
                <a:spAutoFit/>
              </a:bodyPr>
              <a:lstStyle/>
              <a:p>
                <a14:m>
                  <m:oMath xmlns:m="http://schemas.openxmlformats.org/officeDocument/2006/math">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𝐶</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𝑓</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𝑃</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𝐶</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𝑓𝑏</m:t>
                        </m:r>
                      </m:sub>
                    </m:sSub>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𝑃</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𝑏</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a14:m>
                <a:r>
                  <a:rPr lang="en-US" sz="2000" b="0" dirty="0">
                    <a:solidFill>
                      <a:schemeClr val="accent6">
                        <a:lumMod val="50000"/>
                      </a:schemeClr>
                    </a:solidFill>
                    <a:ea typeface="Cambria Math" panose="02040503050406030204" pitchFamily="18" charset="0"/>
                  </a:rPr>
                  <a:t> </a:t>
                </a:r>
                <a14:m>
                  <m:oMath xmlns:m="http://schemas.openxmlformats.org/officeDocument/2006/math">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𝐶</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𝑓𝑤</m:t>
                        </m:r>
                      </m:sub>
                    </m:sSub>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𝑃</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𝑤</m:t>
                        </m:r>
                      </m:sub>
                    </m:sSub>
                  </m:oMath>
                </a14:m>
                <a:endParaRPr lang="en-US" dirty="0">
                  <a:solidFill>
                    <a:schemeClr val="accent6">
                      <a:lumMod val="50000"/>
                    </a:schemeClr>
                  </a:solidFill>
                </a:endParaRPr>
              </a:p>
            </p:txBody>
          </p:sp>
        </mc:Choice>
        <mc:Fallback>
          <p:sp>
            <p:nvSpPr>
              <p:cNvPr id="54" name="TextBox 53">
                <a:extLst>
                  <a:ext uri="{FF2B5EF4-FFF2-40B4-BE49-F238E27FC236}">
                    <a16:creationId xmlns:a16="http://schemas.microsoft.com/office/drawing/2014/main" id="{F62E20D2-78CA-E716-B6D3-A3068FB63EED}"/>
                  </a:ext>
                </a:extLst>
              </p:cNvPr>
              <p:cNvSpPr txBox="1">
                <a:spLocks noRot="1" noChangeAspect="1" noMove="1" noResize="1" noEditPoints="1" noAdjustHandles="1" noChangeArrowheads="1" noChangeShapeType="1" noTextEdit="1"/>
              </p:cNvSpPr>
              <p:nvPr/>
            </p:nvSpPr>
            <p:spPr>
              <a:xfrm>
                <a:off x="6485157" y="5973869"/>
                <a:ext cx="2624009" cy="424732"/>
              </a:xfrm>
              <a:prstGeom prst="rect">
                <a:avLst/>
              </a:prstGeom>
              <a:blipFill>
                <a:blip r:embed="rId9"/>
                <a:stretch>
                  <a:fillRect b="-8571"/>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BBE926A0-EBAA-D2F8-6696-4E7B249DEC4E}"/>
              </a:ext>
            </a:extLst>
          </p:cNvPr>
          <p:cNvCxnSpPr>
            <a:cxnSpLocks/>
          </p:cNvCxnSpPr>
          <p:nvPr/>
        </p:nvCxnSpPr>
        <p:spPr>
          <a:xfrm flipH="1">
            <a:off x="5538061" y="6062742"/>
            <a:ext cx="653734" cy="0"/>
          </a:xfrm>
          <a:prstGeom prst="straightConnector1">
            <a:avLst/>
          </a:prstGeom>
          <a:ln w="19050">
            <a:solidFill>
              <a:schemeClr val="accent6">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7" name="Rectangle: Rounded Corners 56">
                <a:extLst>
                  <a:ext uri="{FF2B5EF4-FFF2-40B4-BE49-F238E27FC236}">
                    <a16:creationId xmlns:a16="http://schemas.microsoft.com/office/drawing/2014/main" id="{31D2280F-234F-7151-25C4-A3C2EB02E972}"/>
                  </a:ext>
                </a:extLst>
              </p:cNvPr>
              <p:cNvSpPr/>
              <p:nvPr/>
            </p:nvSpPr>
            <p:spPr>
              <a:xfrm>
                <a:off x="1007102" y="5572743"/>
                <a:ext cx="4457951" cy="1197618"/>
              </a:xfrm>
              <a:prstGeom prst="roundRect">
                <a:avLst/>
              </a:prstGeom>
              <a:solidFill>
                <a:schemeClr val="accent3">
                  <a:lumMod val="20000"/>
                  <a:lumOff val="8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50000"/>
                      </a:schemeClr>
                    </a:solidFill>
                  </a:rPr>
                  <a:t>Compute the sidewall corrected bed shear stress as </a:t>
                </a:r>
              </a:p>
              <a:p>
                <a:pPr algn="ctr"/>
                <a14:m>
                  <m:oMath xmlns:m="http://schemas.openxmlformats.org/officeDocument/2006/math">
                    <m:sSub>
                      <m:sSubPr>
                        <m:ctrlPr>
                          <a:rPr lang="en-US" sz="2000" b="0" i="1" smtClean="0">
                            <a:solidFill>
                              <a:schemeClr val="accent6">
                                <a:lumMod val="50000"/>
                              </a:schemeClr>
                            </a:solidFill>
                            <a:latin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𝜏</m:t>
                        </m:r>
                      </m:e>
                      <m:sub>
                        <m:r>
                          <a:rPr lang="en-US" sz="2000" b="0" i="1" smtClean="0">
                            <a:solidFill>
                              <a:schemeClr val="accent6">
                                <a:lumMod val="50000"/>
                              </a:schemeClr>
                            </a:solidFill>
                            <a:latin typeface="Cambria Math" panose="02040503050406030204" pitchFamily="18" charset="0"/>
                          </a:rPr>
                          <m:t>𝑏</m:t>
                        </m:r>
                      </m:sub>
                    </m:sSub>
                    <m:r>
                      <a:rPr lang="en-US" sz="2000" b="0" i="1" smtClean="0">
                        <a:solidFill>
                          <a:schemeClr val="accent6">
                            <a:lumMod val="50000"/>
                          </a:schemeClr>
                        </a:solidFill>
                        <a:latin typeface="Cambria Math" panose="02040503050406030204" pitchFamily="18" charset="0"/>
                      </a:rPr>
                      <m:t>=</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𝜌</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𝐶</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𝑓𝑏</m:t>
                        </m:r>
                      </m:sub>
                    </m:sSub>
                    <m:sSup>
                      <m:sSup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p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𝑈</m:t>
                        </m:r>
                      </m:e>
                      <m:sup>
                        <m:r>
                          <a:rPr lang="en-US" sz="2000" b="0" i="1" smtClean="0">
                            <a:solidFill>
                              <a:schemeClr val="accent6">
                                <a:lumMod val="50000"/>
                              </a:schemeClr>
                            </a:solidFill>
                            <a:latin typeface="Cambria Math" panose="02040503050406030204" pitchFamily="18" charset="0"/>
                            <a:ea typeface="Cambria Math" panose="02040503050406030204" pitchFamily="18" charset="0"/>
                          </a:rPr>
                          <m:t>2</m:t>
                        </m:r>
                      </m:sup>
                    </m:sSup>
                  </m:oMath>
                </a14:m>
                <a:r>
                  <a:rPr lang="en-US" sz="2000" dirty="0">
                    <a:solidFill>
                      <a:schemeClr val="accent6">
                        <a:lumMod val="50000"/>
                      </a:schemeClr>
                    </a:solidFill>
                  </a:rPr>
                  <a:t> </a:t>
                </a:r>
              </a:p>
            </p:txBody>
          </p:sp>
        </mc:Choice>
        <mc:Fallback>
          <p:sp>
            <p:nvSpPr>
              <p:cNvPr id="57" name="Rectangle: Rounded Corners 56">
                <a:extLst>
                  <a:ext uri="{FF2B5EF4-FFF2-40B4-BE49-F238E27FC236}">
                    <a16:creationId xmlns:a16="http://schemas.microsoft.com/office/drawing/2014/main" id="{31D2280F-234F-7151-25C4-A3C2EB02E972}"/>
                  </a:ext>
                </a:extLst>
              </p:cNvPr>
              <p:cNvSpPr>
                <a:spLocks noRot="1" noChangeAspect="1" noMove="1" noResize="1" noEditPoints="1" noAdjustHandles="1" noChangeArrowheads="1" noChangeShapeType="1" noTextEdit="1"/>
              </p:cNvSpPr>
              <p:nvPr/>
            </p:nvSpPr>
            <p:spPr>
              <a:xfrm>
                <a:off x="1007102" y="5572743"/>
                <a:ext cx="4457951" cy="1197618"/>
              </a:xfrm>
              <a:prstGeom prst="roundRect">
                <a:avLst/>
              </a:prstGeom>
              <a:blipFill>
                <a:blip r:embed="rId10"/>
                <a:stretch>
                  <a:fillRect/>
                </a:stretch>
              </a:blipFill>
              <a:ln>
                <a:solidFill>
                  <a:schemeClr val="accent6">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4045260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29</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2908040"/>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When bedforms are not present, the drag on the bed is associated only with stresses acting tangentially to the bed (skin friction) that are responsible for transporting sediment as bedload transport.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presence of bedforms, part of the drag (form drag) is associated with complex interaction between bedforms and flow (primarily flow separation) and does not contribute directly to bedload transport.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It is thus necessary to partition flow resistance (and bed shear stress) between skin friction and form drag to estimate values of bed shear stress for bedload transport calculations. </a:t>
            </a:r>
          </a:p>
          <a:p>
            <a:pPr>
              <a:lnSpc>
                <a:spcPct val="114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185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30</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Let’s consider 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a:t>
            </a:r>
          </a:p>
          <a:p>
            <a:pPr>
              <a:lnSpc>
                <a:spcPct val="114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13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31</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101335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Let’s consider 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a:t>
            </a:r>
          </a:p>
          <a:p>
            <a:pPr>
              <a:lnSpc>
                <a:spcPct val="114000"/>
              </a:lnSpc>
            </a:pPr>
            <a:endParaRPr lang="en-US" dirty="0">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p:spTree>
    <p:extLst>
      <p:ext uri="{BB962C8B-B14F-4D97-AF65-F5344CB8AC3E}">
        <p14:creationId xmlns:p14="http://schemas.microsoft.com/office/powerpoint/2010/main" val="744720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32</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Let’s consider 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a:t>
            </a:r>
          </a:p>
          <a:p>
            <a:pPr>
              <a:lnSpc>
                <a:spcPct val="114000"/>
              </a:lnSpc>
            </a:pPr>
            <a:endParaRPr lang="en-US" dirty="0">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421229-1FE8-6E44-B42F-AACF31BD40F4}"/>
                  </a:ext>
                </a:extLst>
              </p:cNvPr>
              <p:cNvSpPr txBox="1"/>
              <p:nvPr/>
            </p:nvSpPr>
            <p:spPr>
              <a:xfrm>
                <a:off x="636093" y="4634167"/>
                <a:ext cx="2085827"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D421229-1FE8-6E44-B42F-AACF31BD40F4}"/>
                  </a:ext>
                </a:extLst>
              </p:cNvPr>
              <p:cNvSpPr txBox="1">
                <a:spLocks noRot="1" noChangeAspect="1" noMove="1" noResize="1" noEditPoints="1" noAdjustHandles="1" noChangeArrowheads="1" noChangeShapeType="1" noTextEdit="1"/>
              </p:cNvSpPr>
              <p:nvPr/>
            </p:nvSpPr>
            <p:spPr>
              <a:xfrm>
                <a:off x="636093" y="4634167"/>
                <a:ext cx="2085827" cy="347403"/>
              </a:xfrm>
              <a:prstGeom prst="rect">
                <a:avLst/>
              </a:prstGeom>
              <a:blipFill>
                <a:blip r:embed="rId2"/>
                <a:stretch>
                  <a:fillRect l="-602" r="-2410"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574A51D-F7AD-6F40-A6DE-FA40F9430262}"/>
                  </a:ext>
                </a:extLst>
              </p:cNvPr>
              <p:cNvSpPr txBox="1"/>
              <p:nvPr/>
            </p:nvSpPr>
            <p:spPr>
              <a:xfrm>
                <a:off x="8745699" y="4617014"/>
                <a:ext cx="2332498"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36" name="TextBox 35">
                <a:extLst>
                  <a:ext uri="{FF2B5EF4-FFF2-40B4-BE49-F238E27FC236}">
                    <a16:creationId xmlns:a16="http://schemas.microsoft.com/office/drawing/2014/main" id="{A574A51D-F7AD-6F40-A6DE-FA40F9430262}"/>
                  </a:ext>
                </a:extLst>
              </p:cNvPr>
              <p:cNvSpPr txBox="1">
                <a:spLocks noRot="1" noChangeAspect="1" noMove="1" noResize="1" noEditPoints="1" noAdjustHandles="1" noChangeArrowheads="1" noChangeShapeType="1" noTextEdit="1"/>
              </p:cNvSpPr>
              <p:nvPr/>
            </p:nvSpPr>
            <p:spPr>
              <a:xfrm>
                <a:off x="8745699" y="4617014"/>
                <a:ext cx="2332498" cy="347403"/>
              </a:xfrm>
              <a:prstGeom prst="rect">
                <a:avLst/>
              </a:prstGeom>
              <a:blipFill>
                <a:blip r:embed="rId3"/>
                <a:stretch>
                  <a:fillRect l="-541" r="-1081" b="-21429"/>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8D982DC1-C822-834F-8D86-C95D78F3E78B}"/>
              </a:ext>
            </a:extLst>
          </p:cNvPr>
          <p:cNvSpPr txBox="1"/>
          <p:nvPr/>
        </p:nvSpPr>
        <p:spPr>
          <a:xfrm>
            <a:off x="8678503" y="5159708"/>
            <a:ext cx="3018198"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with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&lt;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&lt; H</a:t>
            </a:r>
          </a:p>
        </p:txBody>
      </p:sp>
      <p:sp>
        <p:nvSpPr>
          <p:cNvPr id="6" name="Rectangle 5">
            <a:extLst>
              <a:ext uri="{FF2B5EF4-FFF2-40B4-BE49-F238E27FC236}">
                <a16:creationId xmlns:a16="http://schemas.microsoft.com/office/drawing/2014/main" id="{4D2BD565-47DA-C340-A954-23909A8FBCE9}"/>
              </a:ext>
            </a:extLst>
          </p:cNvPr>
          <p:cNvSpPr/>
          <p:nvPr/>
        </p:nvSpPr>
        <p:spPr>
          <a:xfrm>
            <a:off x="7224951" y="5588496"/>
            <a:ext cx="4794902" cy="697499"/>
          </a:xfrm>
          <a:prstGeom prst="rect">
            <a:avLst/>
          </a:prstGeom>
        </p:spPr>
        <p:txBody>
          <a:bodyPr wrap="none">
            <a:spAutoFit/>
          </a:bodyPr>
          <a:lstStyle/>
          <a:p>
            <a:pPr>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 friction coefficient due to skin friction</a:t>
            </a:r>
          </a:p>
          <a:p>
            <a:pPr>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water depth associated with skin friction</a:t>
            </a:r>
          </a:p>
        </p:txBody>
      </p:sp>
    </p:spTree>
    <p:extLst>
      <p:ext uri="{BB962C8B-B14F-4D97-AF65-F5344CB8AC3E}">
        <p14:creationId xmlns:p14="http://schemas.microsoft.com/office/powerpoint/2010/main" val="3741687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33</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69756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Let’s consider 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a:t>
            </a: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421229-1FE8-6E44-B42F-AACF31BD40F4}"/>
                  </a:ext>
                </a:extLst>
              </p:cNvPr>
              <p:cNvSpPr txBox="1"/>
              <p:nvPr/>
            </p:nvSpPr>
            <p:spPr>
              <a:xfrm>
                <a:off x="636093" y="4634167"/>
                <a:ext cx="2085827"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D421229-1FE8-6E44-B42F-AACF31BD40F4}"/>
                  </a:ext>
                </a:extLst>
              </p:cNvPr>
              <p:cNvSpPr txBox="1">
                <a:spLocks noRot="1" noChangeAspect="1" noMove="1" noResize="1" noEditPoints="1" noAdjustHandles="1" noChangeArrowheads="1" noChangeShapeType="1" noTextEdit="1"/>
              </p:cNvSpPr>
              <p:nvPr/>
            </p:nvSpPr>
            <p:spPr>
              <a:xfrm>
                <a:off x="636093" y="4634167"/>
                <a:ext cx="2085827" cy="347403"/>
              </a:xfrm>
              <a:prstGeom prst="rect">
                <a:avLst/>
              </a:prstGeom>
              <a:blipFill>
                <a:blip r:embed="rId2"/>
                <a:stretch>
                  <a:fillRect l="-602" r="-2410"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B29598C-C84E-5C4E-A3A9-4B6CA9D9E266}"/>
                  </a:ext>
                </a:extLst>
              </p:cNvPr>
              <p:cNvSpPr txBox="1"/>
              <p:nvPr/>
            </p:nvSpPr>
            <p:spPr>
              <a:xfrm>
                <a:off x="8745699" y="4617014"/>
                <a:ext cx="2332498"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7B29598C-C84E-5C4E-A3A9-4B6CA9D9E266}"/>
                  </a:ext>
                </a:extLst>
              </p:cNvPr>
              <p:cNvSpPr txBox="1">
                <a:spLocks noRot="1" noChangeAspect="1" noMove="1" noResize="1" noEditPoints="1" noAdjustHandles="1" noChangeArrowheads="1" noChangeShapeType="1" noTextEdit="1"/>
              </p:cNvSpPr>
              <p:nvPr/>
            </p:nvSpPr>
            <p:spPr>
              <a:xfrm>
                <a:off x="8745699" y="4617014"/>
                <a:ext cx="2332498" cy="347403"/>
              </a:xfrm>
              <a:prstGeom prst="rect">
                <a:avLst/>
              </a:prstGeom>
              <a:blipFill>
                <a:blip r:embed="rId3"/>
                <a:stretch>
                  <a:fillRect l="-541" r="-1081" b="-21429"/>
                </a:stretch>
              </a:blipFill>
            </p:spPr>
            <p:txBody>
              <a:bodyPr/>
              <a:lstStyle/>
              <a:p>
                <a:r>
                  <a:rPr lang="en-US">
                    <a:noFill/>
                  </a:rPr>
                  <a:t> </a:t>
                </a:r>
              </a:p>
            </p:txBody>
          </p:sp>
        </mc:Fallback>
      </mc:AlternateContent>
      <p:sp>
        <p:nvSpPr>
          <p:cNvPr id="6" name="Rounded Rectangle 5">
            <a:extLst>
              <a:ext uri="{FF2B5EF4-FFF2-40B4-BE49-F238E27FC236}">
                <a16:creationId xmlns:a16="http://schemas.microsoft.com/office/drawing/2014/main" id="{203AA49C-3096-E84E-AB98-645FCE2D1C3B}"/>
              </a:ext>
            </a:extLst>
          </p:cNvPr>
          <p:cNvSpPr/>
          <p:nvPr/>
        </p:nvSpPr>
        <p:spPr>
          <a:xfrm>
            <a:off x="241299" y="5066225"/>
            <a:ext cx="8116077" cy="1655250"/>
          </a:xfrm>
          <a:prstGeom prst="round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D2E13EC-7822-BE4D-8446-7B066159DCFE}"/>
                  </a:ext>
                </a:extLst>
              </p:cNvPr>
              <p:cNvSpPr txBox="1"/>
              <p:nvPr/>
            </p:nvSpPr>
            <p:spPr>
              <a:xfrm>
                <a:off x="583096" y="5208532"/>
                <a:ext cx="7367104" cy="439736"/>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𝑏𝑓</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oMath>
                </a14:m>
                <a:r>
                  <a:rPr lang="en-US" dirty="0">
                    <a:latin typeface="Arial" panose="020B0604020202020204" pitchFamily="34" charset="0"/>
                    <a:cs typeface="Arial" panose="020B0604020202020204" pitchFamily="34" charset="0"/>
                  </a:rPr>
                  <a:t> mean bed shear stress due to bedform form drag</a:t>
                </a:r>
              </a:p>
            </p:txBody>
          </p:sp>
        </mc:Choice>
        <mc:Fallback xmlns="">
          <p:sp>
            <p:nvSpPr>
              <p:cNvPr id="11" name="TextBox 10">
                <a:extLst>
                  <a:ext uri="{FF2B5EF4-FFF2-40B4-BE49-F238E27FC236}">
                    <a16:creationId xmlns:a16="http://schemas.microsoft.com/office/drawing/2014/main" id="{BD2E13EC-7822-BE4D-8446-7B066159DCFE}"/>
                  </a:ext>
                </a:extLst>
              </p:cNvPr>
              <p:cNvSpPr txBox="1">
                <a:spLocks noRot="1" noChangeAspect="1" noMove="1" noResize="1" noEditPoints="1" noAdjustHandles="1" noChangeArrowheads="1" noChangeShapeType="1" noTextEdit="1"/>
              </p:cNvSpPr>
              <p:nvPr/>
            </p:nvSpPr>
            <p:spPr>
              <a:xfrm>
                <a:off x="583096" y="5208532"/>
                <a:ext cx="7367104" cy="439736"/>
              </a:xfrm>
              <a:prstGeom prst="rect">
                <a:avLst/>
              </a:prstGeom>
              <a:blipFill>
                <a:blip r:embed="rId5"/>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3ADCC04-EC7D-104D-B0AE-A2DE533BC585}"/>
                  </a:ext>
                </a:extLst>
              </p:cNvPr>
              <p:cNvSpPr txBox="1"/>
              <p:nvPr/>
            </p:nvSpPr>
            <p:spPr>
              <a:xfrm>
                <a:off x="601027" y="5587585"/>
                <a:ext cx="7367104" cy="439736"/>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𝑓𝑓</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𝑓𝑠</m:t>
                        </m:r>
                      </m:sub>
                    </m:sSub>
                  </m:oMath>
                </a14:m>
                <a:r>
                  <a:rPr lang="en-US" dirty="0">
                    <a:latin typeface="Arial" panose="020B0604020202020204" pitchFamily="34" charset="0"/>
                    <a:cs typeface="Arial" panose="020B0604020202020204" pitchFamily="34" charset="0"/>
                  </a:rPr>
                  <a:t> friction coefficient associated with form drag</a:t>
                </a:r>
              </a:p>
            </p:txBody>
          </p:sp>
        </mc:Choice>
        <mc:Fallback xmlns="">
          <p:sp>
            <p:nvSpPr>
              <p:cNvPr id="43" name="TextBox 42">
                <a:extLst>
                  <a:ext uri="{FF2B5EF4-FFF2-40B4-BE49-F238E27FC236}">
                    <a16:creationId xmlns:a16="http://schemas.microsoft.com/office/drawing/2014/main" id="{A3ADCC04-EC7D-104D-B0AE-A2DE533BC585}"/>
                  </a:ext>
                </a:extLst>
              </p:cNvPr>
              <p:cNvSpPr txBox="1">
                <a:spLocks noRot="1" noChangeAspect="1" noMove="1" noResize="1" noEditPoints="1" noAdjustHandles="1" noChangeArrowheads="1" noChangeShapeType="1" noTextEdit="1"/>
              </p:cNvSpPr>
              <p:nvPr/>
            </p:nvSpPr>
            <p:spPr>
              <a:xfrm>
                <a:off x="601027" y="5587585"/>
                <a:ext cx="7367104" cy="439736"/>
              </a:xfrm>
              <a:prstGeom prst="rect">
                <a:avLst/>
              </a:prstGeom>
              <a:blipFill>
                <a:blip r:embed="rId6"/>
                <a:stretch>
                  <a:fillRect t="-2857"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8AAC02F-5FC1-ED43-A9A1-799353119EEB}"/>
                  </a:ext>
                </a:extLst>
              </p:cNvPr>
              <p:cNvSpPr txBox="1"/>
              <p:nvPr/>
            </p:nvSpPr>
            <p:spPr>
              <a:xfrm>
                <a:off x="618958" y="5958292"/>
                <a:ext cx="7367104" cy="439736"/>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𝑠</m:t>
                        </m:r>
                      </m:sub>
                    </m:sSub>
                  </m:oMath>
                </a14:m>
                <a:r>
                  <a:rPr lang="en-US" dirty="0">
                    <a:latin typeface="Arial" panose="020B0604020202020204" pitchFamily="34" charset="0"/>
                    <a:cs typeface="Arial" panose="020B0604020202020204" pitchFamily="34" charset="0"/>
                  </a:rPr>
                  <a:t>    mean flow depth associated with form drag</a:t>
                </a:r>
              </a:p>
            </p:txBody>
          </p:sp>
        </mc:Choice>
        <mc:Fallback xmlns="">
          <p:sp>
            <p:nvSpPr>
              <p:cNvPr id="44" name="TextBox 43">
                <a:extLst>
                  <a:ext uri="{FF2B5EF4-FFF2-40B4-BE49-F238E27FC236}">
                    <a16:creationId xmlns:a16="http://schemas.microsoft.com/office/drawing/2014/main" id="{98AAC02F-5FC1-ED43-A9A1-799353119EEB}"/>
                  </a:ext>
                </a:extLst>
              </p:cNvPr>
              <p:cNvSpPr txBox="1">
                <a:spLocks noRot="1" noChangeAspect="1" noMove="1" noResize="1" noEditPoints="1" noAdjustHandles="1" noChangeArrowheads="1" noChangeShapeType="1" noTextEdit="1"/>
              </p:cNvSpPr>
              <p:nvPr/>
            </p:nvSpPr>
            <p:spPr>
              <a:xfrm>
                <a:off x="618958" y="5958292"/>
                <a:ext cx="7367104" cy="439736"/>
              </a:xfrm>
              <a:prstGeom prst="rect">
                <a:avLst/>
              </a:prstGeom>
              <a:blipFill>
                <a:blip r:embed="rId7"/>
                <a:stretch>
                  <a:fillRect b="-8108"/>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34E7D250-F371-7B4A-9CE6-9EE79B8137A8}"/>
              </a:ext>
            </a:extLst>
          </p:cNvPr>
          <p:cNvSpPr txBox="1"/>
          <p:nvPr/>
        </p:nvSpPr>
        <p:spPr>
          <a:xfrm>
            <a:off x="8678502" y="5159708"/>
            <a:ext cx="2605200" cy="1013291"/>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if bedforms are present,</a:t>
            </a:r>
          </a:p>
          <a:p>
            <a:pPr algn="l">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&lt;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&lt; H</a:t>
            </a:r>
          </a:p>
        </p:txBody>
      </p:sp>
    </p:spTree>
    <p:extLst>
      <p:ext uri="{BB962C8B-B14F-4D97-AF65-F5344CB8AC3E}">
        <p14:creationId xmlns:p14="http://schemas.microsoft.com/office/powerpoint/2010/main" val="546717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34</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47676"/>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697563"/>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Let’s consider 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a:t>
            </a: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421229-1FE8-6E44-B42F-AACF31BD40F4}"/>
                  </a:ext>
                </a:extLst>
              </p:cNvPr>
              <p:cNvSpPr txBox="1"/>
              <p:nvPr/>
            </p:nvSpPr>
            <p:spPr>
              <a:xfrm>
                <a:off x="636093" y="4634167"/>
                <a:ext cx="2085827"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D421229-1FE8-6E44-B42F-AACF31BD40F4}"/>
                  </a:ext>
                </a:extLst>
              </p:cNvPr>
              <p:cNvSpPr txBox="1">
                <a:spLocks noRot="1" noChangeAspect="1" noMove="1" noResize="1" noEditPoints="1" noAdjustHandles="1" noChangeArrowheads="1" noChangeShapeType="1" noTextEdit="1"/>
              </p:cNvSpPr>
              <p:nvPr/>
            </p:nvSpPr>
            <p:spPr>
              <a:xfrm>
                <a:off x="636093" y="4634167"/>
                <a:ext cx="2085827" cy="347403"/>
              </a:xfrm>
              <a:prstGeom prst="rect">
                <a:avLst/>
              </a:prstGeom>
              <a:blipFill>
                <a:blip r:embed="rId2"/>
                <a:stretch>
                  <a:fillRect l="-602" r="-2410"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B29598C-C84E-5C4E-A3A9-4B6CA9D9E266}"/>
                  </a:ext>
                </a:extLst>
              </p:cNvPr>
              <p:cNvSpPr txBox="1"/>
              <p:nvPr/>
            </p:nvSpPr>
            <p:spPr>
              <a:xfrm>
                <a:off x="8745699" y="4617014"/>
                <a:ext cx="2332498"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7B29598C-C84E-5C4E-A3A9-4B6CA9D9E266}"/>
                  </a:ext>
                </a:extLst>
              </p:cNvPr>
              <p:cNvSpPr txBox="1">
                <a:spLocks noRot="1" noChangeAspect="1" noMove="1" noResize="1" noEditPoints="1" noAdjustHandles="1" noChangeArrowheads="1" noChangeShapeType="1" noTextEdit="1"/>
              </p:cNvSpPr>
              <p:nvPr/>
            </p:nvSpPr>
            <p:spPr>
              <a:xfrm>
                <a:off x="8745699" y="4617014"/>
                <a:ext cx="2332498" cy="347403"/>
              </a:xfrm>
              <a:prstGeom prst="rect">
                <a:avLst/>
              </a:prstGeom>
              <a:blipFill>
                <a:blip r:embed="rId3"/>
                <a:stretch>
                  <a:fillRect l="-541" r="-1081" b="-21429"/>
                </a:stretch>
              </a:blipFill>
            </p:spPr>
            <p:txBody>
              <a:bodyPr/>
              <a:lstStyle/>
              <a:p>
                <a:r>
                  <a:rPr lang="en-US">
                    <a:noFill/>
                  </a:rPr>
                  <a:t> </a:t>
                </a:r>
              </a:p>
            </p:txBody>
          </p:sp>
        </mc:Fallback>
      </mc:AlternateContent>
      <p:sp>
        <p:nvSpPr>
          <p:cNvPr id="6" name="Rounded Rectangle 5">
            <a:extLst>
              <a:ext uri="{FF2B5EF4-FFF2-40B4-BE49-F238E27FC236}">
                <a16:creationId xmlns:a16="http://schemas.microsoft.com/office/drawing/2014/main" id="{203AA49C-3096-E84E-AB98-645FCE2D1C3B}"/>
              </a:ext>
            </a:extLst>
          </p:cNvPr>
          <p:cNvSpPr/>
          <p:nvPr/>
        </p:nvSpPr>
        <p:spPr>
          <a:xfrm>
            <a:off x="241300" y="5066225"/>
            <a:ext cx="6621896" cy="1655250"/>
          </a:xfrm>
          <a:prstGeom prst="round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D2E13EC-7822-BE4D-8446-7B066159DCFE}"/>
                  </a:ext>
                </a:extLst>
              </p:cNvPr>
              <p:cNvSpPr txBox="1"/>
              <p:nvPr/>
            </p:nvSpPr>
            <p:spPr>
              <a:xfrm>
                <a:off x="3785168" y="5181915"/>
                <a:ext cx="2604604" cy="439736"/>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𝑏𝑓</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a14:m>
                <a:r>
                  <a:rPr lang="en-US"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BD2E13EC-7822-BE4D-8446-7B066159DCFE}"/>
                  </a:ext>
                </a:extLst>
              </p:cNvPr>
              <p:cNvSpPr txBox="1">
                <a:spLocks noRot="1" noChangeAspect="1" noMove="1" noResize="1" noEditPoints="1" noAdjustHandles="1" noChangeArrowheads="1" noChangeShapeType="1" noTextEdit="1"/>
              </p:cNvSpPr>
              <p:nvPr/>
            </p:nvSpPr>
            <p:spPr>
              <a:xfrm>
                <a:off x="3785168" y="5181915"/>
                <a:ext cx="2604604" cy="439736"/>
              </a:xfrm>
              <a:prstGeom prst="rect">
                <a:avLst/>
              </a:prstGeom>
              <a:blipFill>
                <a:blip r:embed="rId5"/>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66DBF5F-A44F-2C47-8F38-EFF67D6E71D2}"/>
                  </a:ext>
                </a:extLst>
              </p:cNvPr>
              <p:cNvSpPr txBox="1"/>
              <p:nvPr/>
            </p:nvSpPr>
            <p:spPr>
              <a:xfrm>
                <a:off x="636093" y="5222187"/>
                <a:ext cx="2604604" cy="423001"/>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𝑏𝑓</m:t>
                        </m:r>
                      </m:sub>
                    </m:sSub>
                  </m:oMath>
                </a14:m>
                <a:r>
                  <a:rPr lang="en-US" dirty="0">
                    <a:latin typeface="Arial" panose="020B0604020202020204" pitchFamily="34" charset="0"/>
                    <a:cs typeface="Arial" panose="020B0604020202020204" pitchFamily="34" charset="0"/>
                  </a:rPr>
                  <a:t> </a:t>
                </a:r>
              </a:p>
            </p:txBody>
          </p:sp>
        </mc:Choice>
        <mc:Fallback xmlns="">
          <p:sp>
            <p:nvSpPr>
              <p:cNvPr id="38" name="TextBox 37">
                <a:extLst>
                  <a:ext uri="{FF2B5EF4-FFF2-40B4-BE49-F238E27FC236}">
                    <a16:creationId xmlns:a16="http://schemas.microsoft.com/office/drawing/2014/main" id="{D66DBF5F-A44F-2C47-8F38-EFF67D6E71D2}"/>
                  </a:ext>
                </a:extLst>
              </p:cNvPr>
              <p:cNvSpPr txBox="1">
                <a:spLocks noRot="1" noChangeAspect="1" noMove="1" noResize="1" noEditPoints="1" noAdjustHandles="1" noChangeArrowheads="1" noChangeShapeType="1" noTextEdit="1"/>
              </p:cNvSpPr>
              <p:nvPr/>
            </p:nvSpPr>
            <p:spPr>
              <a:xfrm>
                <a:off x="636093" y="5222187"/>
                <a:ext cx="2604604" cy="423001"/>
              </a:xfrm>
              <a:prstGeom prst="rect">
                <a:avLst/>
              </a:prstGeom>
              <a:blipFill>
                <a:blip r:embed="rId6"/>
                <a:stretch>
                  <a:fillRect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C3FC305-BAA5-4D4D-A1B9-F34D9FCA46FF}"/>
                  </a:ext>
                </a:extLst>
              </p:cNvPr>
              <p:cNvSpPr txBox="1"/>
              <p:nvPr/>
            </p:nvSpPr>
            <p:spPr>
              <a:xfrm>
                <a:off x="607652" y="5634766"/>
                <a:ext cx="2877118" cy="439736"/>
              </a:xfrm>
              <a:prstGeom prst="rect">
                <a:avLst/>
              </a:prstGeom>
              <a:noFill/>
            </p:spPr>
            <p:txBody>
              <a:bodyPr wrap="square" rtlCol="0">
                <a:spAutoFit/>
              </a:bodyPr>
              <a:lstStyle/>
              <a:p>
                <a:pPr>
                  <a:lnSpc>
                    <a:spcPct val="114000"/>
                  </a:lnSpc>
                </a:pP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𝑈</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𝐶</m:t>
                        </m:r>
                      </m:e>
                      <m:sub>
                        <m:r>
                          <a:rPr lang="en-US" i="1">
                            <a:latin typeface="Cambria Math" panose="02040503050406030204" pitchFamily="18" charset="0"/>
                            <a:ea typeface="Cambria Math" panose="02040503050406030204" pitchFamily="18" charset="0"/>
                            <a:cs typeface="Arial" panose="020B0604020202020204" pitchFamily="34" charset="0"/>
                          </a:rPr>
                          <m:t>𝑓</m:t>
                        </m:r>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𝑈</m:t>
                        </m:r>
                      </m:e>
                      <m:sup>
                        <m:r>
                          <a:rPr lang="en-US" i="1">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oMath>
                </a14:m>
                <a:r>
                  <a:rPr lang="en-US" dirty="0">
                    <a:latin typeface="Arial" panose="020B0604020202020204" pitchFamily="34" charset="0"/>
                    <a:cs typeface="Arial" panose="020B0604020202020204" pitchFamily="34" charset="0"/>
                  </a:rPr>
                  <a:t> </a:t>
                </a:r>
              </a:p>
            </p:txBody>
          </p:sp>
        </mc:Choice>
        <mc:Fallback xmlns="">
          <p:sp>
            <p:nvSpPr>
              <p:cNvPr id="39" name="TextBox 38">
                <a:extLst>
                  <a:ext uri="{FF2B5EF4-FFF2-40B4-BE49-F238E27FC236}">
                    <a16:creationId xmlns:a16="http://schemas.microsoft.com/office/drawing/2014/main" id="{AC3FC305-BAA5-4D4D-A1B9-F34D9FCA46FF}"/>
                  </a:ext>
                </a:extLst>
              </p:cNvPr>
              <p:cNvSpPr txBox="1">
                <a:spLocks noRot="1" noChangeAspect="1" noMove="1" noResize="1" noEditPoints="1" noAdjustHandles="1" noChangeArrowheads="1" noChangeShapeType="1" noTextEdit="1"/>
              </p:cNvSpPr>
              <p:nvPr/>
            </p:nvSpPr>
            <p:spPr>
              <a:xfrm>
                <a:off x="607652" y="5634766"/>
                <a:ext cx="2877118" cy="439736"/>
              </a:xfrm>
              <a:prstGeom prst="rect">
                <a:avLst/>
              </a:prstGeom>
              <a:blipFill>
                <a:blip r:embed="rId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3443FD-2729-6148-AB22-F977BC738614}"/>
                  </a:ext>
                </a:extLst>
              </p:cNvPr>
              <p:cNvSpPr txBox="1"/>
              <p:nvPr/>
            </p:nvSpPr>
            <p:spPr>
              <a:xfrm>
                <a:off x="3773281" y="5556780"/>
                <a:ext cx="2604604" cy="423001"/>
              </a:xfrm>
              <a:prstGeom prst="rect">
                <a:avLst/>
              </a:prstGeom>
              <a:noFill/>
            </p:spPr>
            <p:txBody>
              <a:bodyPr wrap="square" rtlCol="0">
                <a:spAutoFit/>
              </a:bodyPr>
              <a:lstStyle/>
              <a:p>
                <a:pPr algn="l">
                  <a:lnSpc>
                    <a:spcPct val="114000"/>
                  </a:lnSpc>
                </a:pP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𝑓𝑓</m:t>
                        </m:r>
                      </m:sub>
                    </m:sSub>
                  </m:oMath>
                </a14:m>
                <a:r>
                  <a:rPr lang="en-US" dirty="0">
                    <a:latin typeface="Arial" panose="020B0604020202020204" pitchFamily="34" charset="0"/>
                    <a:cs typeface="Arial" panose="020B0604020202020204" pitchFamily="34" charset="0"/>
                  </a:rPr>
                  <a:t> </a:t>
                </a:r>
              </a:p>
            </p:txBody>
          </p:sp>
        </mc:Choice>
        <mc:Fallback xmlns="">
          <p:sp>
            <p:nvSpPr>
              <p:cNvPr id="40" name="TextBox 39">
                <a:extLst>
                  <a:ext uri="{FF2B5EF4-FFF2-40B4-BE49-F238E27FC236}">
                    <a16:creationId xmlns:a16="http://schemas.microsoft.com/office/drawing/2014/main" id="{513443FD-2729-6148-AB22-F977BC738614}"/>
                  </a:ext>
                </a:extLst>
              </p:cNvPr>
              <p:cNvSpPr txBox="1">
                <a:spLocks noRot="1" noChangeAspect="1" noMove="1" noResize="1" noEditPoints="1" noAdjustHandles="1" noChangeArrowheads="1" noChangeShapeType="1" noTextEdit="1"/>
              </p:cNvSpPr>
              <p:nvPr/>
            </p:nvSpPr>
            <p:spPr>
              <a:xfrm>
                <a:off x="3773281" y="5556780"/>
                <a:ext cx="2604604" cy="423001"/>
              </a:xfrm>
              <a:prstGeom prst="rect">
                <a:avLst/>
              </a:prstGeom>
              <a:blipFill>
                <a:blip r:embed="rId8"/>
                <a:stretch>
                  <a:fillRect b="-1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F50B5D0-5142-2846-9D8B-77DA451983B4}"/>
                  </a:ext>
                </a:extLst>
              </p:cNvPr>
              <p:cNvSpPr txBox="1"/>
              <p:nvPr/>
            </p:nvSpPr>
            <p:spPr>
              <a:xfrm>
                <a:off x="583067" y="6099176"/>
                <a:ext cx="2877118" cy="439736"/>
              </a:xfrm>
              <a:prstGeom prst="rect">
                <a:avLst/>
              </a:prstGeom>
              <a:noFill/>
            </p:spPr>
            <p:txBody>
              <a:bodyPr wrap="square" rtlCol="0">
                <a:spAutoFit/>
              </a:bodyPr>
              <a:lstStyle/>
              <a:p>
                <a:pPr>
                  <a:lnSpc>
                    <a:spcPct val="114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i="1" smtClean="0">
                          <a:latin typeface="Cambria Math" panose="02040503050406030204" pitchFamily="18" charset="0"/>
                          <a:ea typeface="Cambria Math" panose="02040503050406030204" pitchFamily="18" charset="0"/>
                          <a:cs typeface="Arial" panose="020B0604020202020204" pitchFamily="34" charset="0"/>
                        </a:rPr>
                        <m:t>𝑔𝐻𝑆</m:t>
                      </m:r>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i="1">
                          <a:latin typeface="Cambria Math" panose="02040503050406030204" pitchFamily="18" charset="0"/>
                          <a:ea typeface="Cambria Math" panose="02040503050406030204" pitchFamily="18" charset="0"/>
                          <a:cs typeface="Arial" panose="020B0604020202020204" pitchFamily="34" charset="0"/>
                        </a:rPr>
                        <m:t>𝑆</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ea typeface="Cambria Math" panose="02040503050406030204" pitchFamily="18" charset="0"/>
                          <a:cs typeface="Arial" panose="020B0604020202020204" pitchFamily="34" charset="0"/>
                        </a:rPr>
                        <m:t>𝑔</m:t>
                      </m:r>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𝐻</m:t>
                          </m:r>
                        </m:e>
                        <m:sub>
                          <m:r>
                            <a:rPr lang="en-US" i="1">
                              <a:latin typeface="Cambria Math" panose="02040503050406030204" pitchFamily="18" charset="0"/>
                              <a:ea typeface="Cambria Math" panose="02040503050406030204" pitchFamily="18" charset="0"/>
                              <a:cs typeface="Arial" panose="020B0604020202020204" pitchFamily="34" charset="0"/>
                            </a:rPr>
                            <m:t>𝑓</m:t>
                          </m:r>
                        </m:sub>
                      </m:sSub>
                      <m:r>
                        <a:rPr lang="en-US" i="1">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41" name="TextBox 40">
                <a:extLst>
                  <a:ext uri="{FF2B5EF4-FFF2-40B4-BE49-F238E27FC236}">
                    <a16:creationId xmlns:a16="http://schemas.microsoft.com/office/drawing/2014/main" id="{4F50B5D0-5142-2846-9D8B-77DA451983B4}"/>
                  </a:ext>
                </a:extLst>
              </p:cNvPr>
              <p:cNvSpPr txBox="1">
                <a:spLocks noRot="1" noChangeAspect="1" noMove="1" noResize="1" noEditPoints="1" noAdjustHandles="1" noChangeArrowheads="1" noChangeShapeType="1" noTextEdit="1"/>
              </p:cNvSpPr>
              <p:nvPr/>
            </p:nvSpPr>
            <p:spPr>
              <a:xfrm>
                <a:off x="583067" y="6099176"/>
                <a:ext cx="2877118" cy="439736"/>
              </a:xfrm>
              <a:prstGeom prst="rect">
                <a:avLst/>
              </a:prstGeom>
              <a:blipFill>
                <a:blip r:embed="rId9"/>
                <a:stretch>
                  <a:fillRect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08D7FB1-B394-6E42-8899-FE297CB2AB8D}"/>
                  </a:ext>
                </a:extLst>
              </p:cNvPr>
              <p:cNvSpPr txBox="1"/>
              <p:nvPr/>
            </p:nvSpPr>
            <p:spPr>
              <a:xfrm>
                <a:off x="3773281" y="6038141"/>
                <a:ext cx="2604604" cy="423001"/>
              </a:xfrm>
              <a:prstGeom prst="rect">
                <a:avLst/>
              </a:prstGeom>
              <a:noFill/>
            </p:spPr>
            <p:txBody>
              <a:bodyPr wrap="square" rtlCol="0">
                <a:spAutoFit/>
              </a:bodyPr>
              <a:lstStyle/>
              <a:p>
                <a:pPr algn="l">
                  <a:lnSpc>
                    <a:spcPct val="114000"/>
                  </a:lnSpc>
                </a:pPr>
                <a14:m>
                  <m:oMath xmlns:m="http://schemas.openxmlformats.org/officeDocument/2006/math">
                    <m:r>
                      <a:rPr lang="en-US" i="1" smtClean="0">
                        <a:latin typeface="Cambria Math" panose="02040503050406030204" pitchFamily="18" charset="0"/>
                        <a:cs typeface="Arial" panose="020B0604020202020204" pitchFamily="34" charset="0"/>
                      </a:rPr>
                      <m:t>𝐻</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oMath>
                </a14:m>
                <a:r>
                  <a:rPr lang="en-US" dirty="0">
                    <a:latin typeface="Arial" panose="020B0604020202020204" pitchFamily="34" charset="0"/>
                    <a:cs typeface="Arial" panose="020B0604020202020204" pitchFamily="34" charset="0"/>
                  </a:rPr>
                  <a:t> </a:t>
                </a:r>
              </a:p>
            </p:txBody>
          </p:sp>
        </mc:Choice>
        <mc:Fallback xmlns="">
          <p:sp>
            <p:nvSpPr>
              <p:cNvPr id="42" name="TextBox 41">
                <a:extLst>
                  <a:ext uri="{FF2B5EF4-FFF2-40B4-BE49-F238E27FC236}">
                    <a16:creationId xmlns:a16="http://schemas.microsoft.com/office/drawing/2014/main" id="{A08D7FB1-B394-6E42-8899-FE297CB2AB8D}"/>
                  </a:ext>
                </a:extLst>
              </p:cNvPr>
              <p:cNvSpPr txBox="1">
                <a:spLocks noRot="1" noChangeAspect="1" noMove="1" noResize="1" noEditPoints="1" noAdjustHandles="1" noChangeArrowheads="1" noChangeShapeType="1" noTextEdit="1"/>
              </p:cNvSpPr>
              <p:nvPr/>
            </p:nvSpPr>
            <p:spPr>
              <a:xfrm>
                <a:off x="3773281" y="6038141"/>
                <a:ext cx="2604604" cy="423001"/>
              </a:xfrm>
              <a:prstGeom prst="rect">
                <a:avLst/>
              </a:prstGeom>
              <a:blipFill>
                <a:blip r:embed="rId10"/>
                <a:stretch>
                  <a:fillRect b="-11765"/>
                </a:stretch>
              </a:blipFill>
            </p:spPr>
            <p:txBody>
              <a:bodyPr/>
              <a:lstStyle/>
              <a:p>
                <a:r>
                  <a:rPr lang="en-US">
                    <a:noFill/>
                  </a:rPr>
                  <a:t> </a:t>
                </a:r>
              </a:p>
            </p:txBody>
          </p:sp>
        </mc:Fallback>
      </mc:AlternateContent>
      <p:sp>
        <p:nvSpPr>
          <p:cNvPr id="43" name="TextBox 42">
            <a:extLst>
              <a:ext uri="{FF2B5EF4-FFF2-40B4-BE49-F238E27FC236}">
                <a16:creationId xmlns:a16="http://schemas.microsoft.com/office/drawing/2014/main" id="{22A78518-77EA-AA4C-A5DC-AB7D05392A26}"/>
              </a:ext>
            </a:extLst>
          </p:cNvPr>
          <p:cNvSpPr txBox="1"/>
          <p:nvPr/>
        </p:nvSpPr>
        <p:spPr>
          <a:xfrm>
            <a:off x="8678502" y="5159708"/>
            <a:ext cx="2605200" cy="1013291"/>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if bedforms are present,</a:t>
            </a:r>
          </a:p>
          <a:p>
            <a:pPr algn="l">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&lt;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&lt; H</a:t>
            </a:r>
          </a:p>
        </p:txBody>
      </p:sp>
    </p:spTree>
    <p:extLst>
      <p:ext uri="{BB962C8B-B14F-4D97-AF65-F5344CB8AC3E}">
        <p14:creationId xmlns:p14="http://schemas.microsoft.com/office/powerpoint/2010/main" val="3661872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35</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 is considered.</a:t>
            </a:r>
          </a:p>
          <a:p>
            <a:pPr>
              <a:lnSpc>
                <a:spcPct val="114000"/>
              </a:lnSpc>
            </a:pPr>
            <a:endParaRPr lang="en-US" dirty="0">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421229-1FE8-6E44-B42F-AACF31BD40F4}"/>
                  </a:ext>
                </a:extLst>
              </p:cNvPr>
              <p:cNvSpPr txBox="1"/>
              <p:nvPr/>
            </p:nvSpPr>
            <p:spPr>
              <a:xfrm>
                <a:off x="636093" y="4634167"/>
                <a:ext cx="2085827"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D421229-1FE8-6E44-B42F-AACF31BD40F4}"/>
                  </a:ext>
                </a:extLst>
              </p:cNvPr>
              <p:cNvSpPr txBox="1">
                <a:spLocks noRot="1" noChangeAspect="1" noMove="1" noResize="1" noEditPoints="1" noAdjustHandles="1" noChangeArrowheads="1" noChangeShapeType="1" noTextEdit="1"/>
              </p:cNvSpPr>
              <p:nvPr/>
            </p:nvSpPr>
            <p:spPr>
              <a:xfrm>
                <a:off x="636093" y="4634167"/>
                <a:ext cx="2085827" cy="347403"/>
              </a:xfrm>
              <a:prstGeom prst="rect">
                <a:avLst/>
              </a:prstGeom>
              <a:blipFill>
                <a:blip r:embed="rId2"/>
                <a:stretch>
                  <a:fillRect l="-602" r="-2410"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B29598C-C84E-5C4E-A3A9-4B6CA9D9E266}"/>
                  </a:ext>
                </a:extLst>
              </p:cNvPr>
              <p:cNvSpPr txBox="1"/>
              <p:nvPr/>
            </p:nvSpPr>
            <p:spPr>
              <a:xfrm>
                <a:off x="8745699" y="4617014"/>
                <a:ext cx="2332498"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7B29598C-C84E-5C4E-A3A9-4B6CA9D9E266}"/>
                  </a:ext>
                </a:extLst>
              </p:cNvPr>
              <p:cNvSpPr txBox="1">
                <a:spLocks noRot="1" noChangeAspect="1" noMove="1" noResize="1" noEditPoints="1" noAdjustHandles="1" noChangeArrowheads="1" noChangeShapeType="1" noTextEdit="1"/>
              </p:cNvSpPr>
              <p:nvPr/>
            </p:nvSpPr>
            <p:spPr>
              <a:xfrm>
                <a:off x="8745699" y="4617014"/>
                <a:ext cx="2332498" cy="347403"/>
              </a:xfrm>
              <a:prstGeom prst="rect">
                <a:avLst/>
              </a:prstGeom>
              <a:blipFill>
                <a:blip r:embed="rId3"/>
                <a:stretch>
                  <a:fillRect l="-541" r="-1081"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818A398-A932-FA49-868A-B7BD0F1628BF}"/>
                  </a:ext>
                </a:extLst>
              </p:cNvPr>
              <p:cNvSpPr txBox="1"/>
              <p:nvPr/>
            </p:nvSpPr>
            <p:spPr>
              <a:xfrm>
                <a:off x="914402" y="5620306"/>
                <a:ext cx="2117183" cy="646587"/>
              </a:xfrm>
              <a:prstGeom prst="rect">
                <a:avLst/>
              </a:prstGeom>
              <a:solidFill>
                <a:schemeClr val="accent5">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𝑓𝑠</m:t>
                          </m:r>
                        </m:sub>
                        <m:sup>
                          <m:r>
                            <a:rPr lang="en-US" b="0" i="1" smtClean="0">
                              <a:latin typeface="Cambria Math" panose="02040503050406030204" pitchFamily="18" charset="0"/>
                              <a:cs typeface="Arial" panose="020B0604020202020204" pitchFamily="34" charset="0"/>
                            </a:rPr>
                            <m:t>−1/2</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E818A398-A932-FA49-868A-B7BD0F1628BF}"/>
                  </a:ext>
                </a:extLst>
              </p:cNvPr>
              <p:cNvSpPr txBox="1">
                <a:spLocks noRot="1" noChangeAspect="1" noMove="1" noResize="1" noEditPoints="1" noAdjustHandles="1" noChangeArrowheads="1" noChangeShapeType="1" noTextEdit="1"/>
              </p:cNvSpPr>
              <p:nvPr/>
            </p:nvSpPr>
            <p:spPr>
              <a:xfrm>
                <a:off x="914402" y="5620306"/>
                <a:ext cx="2117183" cy="646587"/>
              </a:xfrm>
              <a:prstGeom prst="rect">
                <a:avLst/>
              </a:prstGeom>
              <a:blipFill>
                <a:blip r:embed="rId4"/>
                <a:stretch>
                  <a:fillRect l="-1796" b="-5769"/>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1160A5E9-28E4-B844-8CDC-76849C010545}"/>
              </a:ext>
            </a:extLst>
          </p:cNvPr>
          <p:cNvCxnSpPr/>
          <p:nvPr/>
        </p:nvCxnSpPr>
        <p:spPr>
          <a:xfrm flipH="1">
            <a:off x="3492500" y="4617014"/>
            <a:ext cx="1841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AEA37F1-2818-0644-85ED-374ADF17AFFA}"/>
              </a:ext>
            </a:extLst>
          </p:cNvPr>
          <p:cNvCxnSpPr/>
          <p:nvPr/>
        </p:nvCxnSpPr>
        <p:spPr>
          <a:xfrm>
            <a:off x="5334000" y="2520916"/>
            <a:ext cx="0" cy="21132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54A0699-D539-F845-97F1-7392A3866E2B}"/>
              </a:ext>
            </a:extLst>
          </p:cNvPr>
          <p:cNvCxnSpPr>
            <a:cxnSpLocks/>
          </p:cNvCxnSpPr>
          <p:nvPr/>
        </p:nvCxnSpPr>
        <p:spPr>
          <a:xfrm>
            <a:off x="3492500" y="4617014"/>
            <a:ext cx="0" cy="7335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151DE42-62AE-844B-822B-F13235EB591A}"/>
              </a:ext>
            </a:extLst>
          </p:cNvPr>
          <p:cNvCxnSpPr>
            <a:cxnSpLocks/>
          </p:cNvCxnSpPr>
          <p:nvPr/>
        </p:nvCxnSpPr>
        <p:spPr>
          <a:xfrm flipH="1">
            <a:off x="319709" y="5350562"/>
            <a:ext cx="316269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B9A4BFD-4AF2-E44E-810F-51838A9EA9EC}"/>
              </a:ext>
            </a:extLst>
          </p:cNvPr>
          <p:cNvSpPr txBox="1"/>
          <p:nvPr/>
        </p:nvSpPr>
        <p:spPr>
          <a:xfrm>
            <a:off x="3513500" y="4846028"/>
            <a:ext cx="4394417" cy="697499"/>
          </a:xfrm>
          <a:prstGeom prst="rect">
            <a:avLst/>
          </a:prstGeom>
          <a:solidFill>
            <a:schemeClr val="accent5">
              <a:lumMod val="20000"/>
              <a:lumOff val="80000"/>
            </a:schemeClr>
          </a:solid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Calculation of </a:t>
            </a: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we use a Manning-Strickler formulation</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FF40B5C-C9E0-E346-9994-271B2E27F854}"/>
                  </a:ext>
                </a:extLst>
              </p:cNvPr>
              <p:cNvSpPr txBox="1"/>
              <p:nvPr/>
            </p:nvSpPr>
            <p:spPr>
              <a:xfrm>
                <a:off x="3743433" y="5574885"/>
                <a:ext cx="2011513" cy="717889"/>
              </a:xfrm>
              <a:prstGeom prst="rect">
                <a:avLst/>
              </a:prstGeom>
              <a:solidFill>
                <a:schemeClr val="accent5">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𝑓𝑠</m:t>
                          </m:r>
                        </m:sub>
                        <m:sup>
                          <m:r>
                            <a:rPr lang="en-US" b="0" i="1" smtClean="0">
                              <a:latin typeface="Cambria Math" panose="02040503050406030204" pitchFamily="18" charset="0"/>
                              <a:cs typeface="Arial" panose="020B0604020202020204" pitchFamily="34" charset="0"/>
                            </a:rPr>
                            <m:t>−1/2</m:t>
                          </m:r>
                        </m:sup>
                      </m:sSubSup>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cs typeface="Arial" panose="020B0604020202020204" pitchFamily="34" charset="0"/>
                            </a:rPr>
                            <m:t>𝑟</m:t>
                          </m:r>
                        </m:sub>
                      </m:sSub>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e>
                          </m:d>
                        </m:e>
                        <m:sup>
                          <m:r>
                            <a:rPr lang="en-US" b="0" i="1" smtClean="0">
                              <a:latin typeface="Cambria Math" panose="02040503050406030204" pitchFamily="18" charset="0"/>
                              <a:cs typeface="Arial" panose="020B0604020202020204" pitchFamily="34" charset="0"/>
                            </a:rPr>
                            <m:t>1/6</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49" name="TextBox 48">
                <a:extLst>
                  <a:ext uri="{FF2B5EF4-FFF2-40B4-BE49-F238E27FC236}">
                    <a16:creationId xmlns:a16="http://schemas.microsoft.com/office/drawing/2014/main" id="{3FF40B5C-C9E0-E346-9994-271B2E27F854}"/>
                  </a:ext>
                </a:extLst>
              </p:cNvPr>
              <p:cNvSpPr txBox="1">
                <a:spLocks noRot="1" noChangeAspect="1" noMove="1" noResize="1" noEditPoints="1" noAdjustHandles="1" noChangeArrowheads="1" noChangeShapeType="1" noTextEdit="1"/>
              </p:cNvSpPr>
              <p:nvPr/>
            </p:nvSpPr>
            <p:spPr>
              <a:xfrm>
                <a:off x="3743433" y="5574885"/>
                <a:ext cx="2011513" cy="717889"/>
              </a:xfrm>
              <a:prstGeom prst="rect">
                <a:avLst/>
              </a:prstGeom>
              <a:blipFill>
                <a:blip r:embed="rId5"/>
                <a:stretch>
                  <a:fillRect l="-625" b="-3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EE6520E-DAF9-484A-81C4-84E2FE0D1225}"/>
                  </a:ext>
                </a:extLst>
              </p:cNvPr>
              <p:cNvSpPr txBox="1"/>
              <p:nvPr/>
            </p:nvSpPr>
            <p:spPr>
              <a:xfrm>
                <a:off x="6230266" y="5755388"/>
                <a:ext cx="1265859" cy="315792"/>
              </a:xfrm>
              <a:prstGeom prst="rect">
                <a:avLst/>
              </a:prstGeom>
              <a:solidFill>
                <a:schemeClr val="accent5">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90</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1EE6520E-DAF9-484A-81C4-84E2FE0D1225}"/>
                  </a:ext>
                </a:extLst>
              </p:cNvPr>
              <p:cNvSpPr txBox="1">
                <a:spLocks noRot="1" noChangeAspect="1" noMove="1" noResize="1" noEditPoints="1" noAdjustHandles="1" noChangeArrowheads="1" noChangeShapeType="1" noTextEdit="1"/>
              </p:cNvSpPr>
              <p:nvPr/>
            </p:nvSpPr>
            <p:spPr>
              <a:xfrm>
                <a:off x="6230266" y="5755388"/>
                <a:ext cx="1265859" cy="315792"/>
              </a:xfrm>
              <a:prstGeom prst="rect">
                <a:avLst/>
              </a:prstGeom>
              <a:blipFill>
                <a:blip r:embed="rId6"/>
                <a:stretch>
                  <a:fillRect l="-3960" b="-3846"/>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3F5F5455-A153-F04A-8F0A-24615B569AD1}"/>
              </a:ext>
            </a:extLst>
          </p:cNvPr>
          <p:cNvSpPr txBox="1"/>
          <p:nvPr/>
        </p:nvSpPr>
        <p:spPr>
          <a:xfrm>
            <a:off x="8678502" y="5159708"/>
            <a:ext cx="2605200" cy="1013291"/>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if bedforms are present,</a:t>
            </a:r>
          </a:p>
          <a:p>
            <a:pPr algn="l">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&lt;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&lt; H</a:t>
            </a:r>
          </a:p>
        </p:txBody>
      </p:sp>
    </p:spTree>
    <p:extLst>
      <p:ext uri="{BB962C8B-B14F-4D97-AF65-F5344CB8AC3E}">
        <p14:creationId xmlns:p14="http://schemas.microsoft.com/office/powerpoint/2010/main" val="151166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36</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a:t>
            </a:r>
          </a:p>
        </p:txBody>
      </p:sp>
      <p:sp>
        <p:nvSpPr>
          <p:cNvPr id="8" name="TextBox 7">
            <a:extLst>
              <a:ext uri="{FF2B5EF4-FFF2-40B4-BE49-F238E27FC236}">
                <a16:creationId xmlns:a16="http://schemas.microsoft.com/office/drawing/2014/main" id="{EA834E60-FF66-594F-A77E-726890DD0A56}"/>
              </a:ext>
            </a:extLst>
          </p:cNvPr>
          <p:cNvSpPr txBox="1"/>
          <p:nvPr/>
        </p:nvSpPr>
        <p:spPr>
          <a:xfrm>
            <a:off x="357809" y="914400"/>
            <a:ext cx="11463130" cy="101329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An ideal flow over a flat bed with the same microscopic roughness, energy gradient S</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mean flow velocity U as the flow in the presence of bedforms is considered.</a:t>
            </a:r>
          </a:p>
          <a:p>
            <a:pPr>
              <a:lnSpc>
                <a:spcPct val="114000"/>
              </a:lnSpc>
            </a:pPr>
            <a:endParaRPr lang="en-US" dirty="0">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978944ED-88E9-D548-B37C-102CCE8AF0E8}"/>
              </a:ext>
            </a:extLst>
          </p:cNvPr>
          <p:cNvCxnSpPr>
            <a:cxnSpLocks/>
          </p:cNvCxnSpPr>
          <p:nvPr/>
        </p:nvCxnSpPr>
        <p:spPr>
          <a:xfrm rot="120000">
            <a:off x="606287"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BCDF8-9F95-FE40-90F8-F19A3691F995}"/>
              </a:ext>
            </a:extLst>
          </p:cNvPr>
          <p:cNvCxnSpPr>
            <a:cxnSpLocks/>
          </p:cNvCxnSpPr>
          <p:nvPr/>
        </p:nvCxnSpPr>
        <p:spPr>
          <a:xfrm rot="120000">
            <a:off x="599662" y="287240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Freeform 11">
            <a:extLst>
              <a:ext uri="{FF2B5EF4-FFF2-40B4-BE49-F238E27FC236}">
                <a16:creationId xmlns:a16="http://schemas.microsoft.com/office/drawing/2014/main" id="{5DA9379C-ACE9-7749-9E3A-C0324B15DF24}"/>
              </a:ext>
            </a:extLst>
          </p:cNvPr>
          <p:cNvSpPr/>
          <p:nvPr/>
        </p:nvSpPr>
        <p:spPr>
          <a:xfrm>
            <a:off x="583096" y="3485322"/>
            <a:ext cx="4492487" cy="384313"/>
          </a:xfrm>
          <a:custGeom>
            <a:avLst/>
            <a:gdLst>
              <a:gd name="connsiteX0" fmla="*/ 0 w 4492487"/>
              <a:gd name="connsiteY0" fmla="*/ 265043 h 384313"/>
              <a:gd name="connsiteX1" fmla="*/ 92765 w 4492487"/>
              <a:gd name="connsiteY1" fmla="*/ 278295 h 384313"/>
              <a:gd name="connsiteX2" fmla="*/ 145774 w 4492487"/>
              <a:gd name="connsiteY2" fmla="*/ 251791 h 384313"/>
              <a:gd name="connsiteX3" fmla="*/ 225287 w 4492487"/>
              <a:gd name="connsiteY3" fmla="*/ 225287 h 384313"/>
              <a:gd name="connsiteX4" fmla="*/ 278295 w 4492487"/>
              <a:gd name="connsiteY4" fmla="*/ 212035 h 384313"/>
              <a:gd name="connsiteX5" fmla="*/ 357808 w 4492487"/>
              <a:gd name="connsiteY5" fmla="*/ 185530 h 384313"/>
              <a:gd name="connsiteX6" fmla="*/ 437321 w 4492487"/>
              <a:gd name="connsiteY6" fmla="*/ 159026 h 384313"/>
              <a:gd name="connsiteX7" fmla="*/ 477078 w 4492487"/>
              <a:gd name="connsiteY7" fmla="*/ 145774 h 384313"/>
              <a:gd name="connsiteX8" fmla="*/ 516834 w 4492487"/>
              <a:gd name="connsiteY8" fmla="*/ 132521 h 384313"/>
              <a:gd name="connsiteX9" fmla="*/ 649356 w 4492487"/>
              <a:gd name="connsiteY9" fmla="*/ 92765 h 384313"/>
              <a:gd name="connsiteX10" fmla="*/ 728869 w 4492487"/>
              <a:gd name="connsiteY10" fmla="*/ 66261 h 384313"/>
              <a:gd name="connsiteX11" fmla="*/ 768626 w 4492487"/>
              <a:gd name="connsiteY11" fmla="*/ 53008 h 384313"/>
              <a:gd name="connsiteX12" fmla="*/ 821634 w 4492487"/>
              <a:gd name="connsiteY12" fmla="*/ 39756 h 384313"/>
              <a:gd name="connsiteX13" fmla="*/ 861391 w 4492487"/>
              <a:gd name="connsiteY13" fmla="*/ 26504 h 384313"/>
              <a:gd name="connsiteX14" fmla="*/ 967408 w 4492487"/>
              <a:gd name="connsiteY14" fmla="*/ 0 h 384313"/>
              <a:gd name="connsiteX15" fmla="*/ 1020417 w 4492487"/>
              <a:gd name="connsiteY15" fmla="*/ 53008 h 384313"/>
              <a:gd name="connsiteX16" fmla="*/ 1113182 w 4492487"/>
              <a:gd name="connsiteY16" fmla="*/ 132521 h 384313"/>
              <a:gd name="connsiteX17" fmla="*/ 1152939 w 4492487"/>
              <a:gd name="connsiteY17" fmla="*/ 198782 h 384313"/>
              <a:gd name="connsiteX18" fmla="*/ 1166191 w 4492487"/>
              <a:gd name="connsiteY18" fmla="*/ 238539 h 384313"/>
              <a:gd name="connsiteX19" fmla="*/ 1245704 w 4492487"/>
              <a:gd name="connsiteY19" fmla="*/ 278295 h 384313"/>
              <a:gd name="connsiteX20" fmla="*/ 1444487 w 4492487"/>
              <a:gd name="connsiteY20" fmla="*/ 238539 h 384313"/>
              <a:gd name="connsiteX21" fmla="*/ 1497495 w 4492487"/>
              <a:gd name="connsiteY21" fmla="*/ 225287 h 384313"/>
              <a:gd name="connsiteX22" fmla="*/ 1563756 w 4492487"/>
              <a:gd name="connsiteY22" fmla="*/ 212035 h 384313"/>
              <a:gd name="connsiteX23" fmla="*/ 1722782 w 4492487"/>
              <a:gd name="connsiteY23" fmla="*/ 185530 h 384313"/>
              <a:gd name="connsiteX24" fmla="*/ 1802295 w 4492487"/>
              <a:gd name="connsiteY24" fmla="*/ 172278 h 384313"/>
              <a:gd name="connsiteX25" fmla="*/ 1908313 w 4492487"/>
              <a:gd name="connsiteY25" fmla="*/ 145774 h 384313"/>
              <a:gd name="connsiteX26" fmla="*/ 2067339 w 4492487"/>
              <a:gd name="connsiteY26" fmla="*/ 119269 h 384313"/>
              <a:gd name="connsiteX27" fmla="*/ 2213113 w 4492487"/>
              <a:gd name="connsiteY27" fmla="*/ 79513 h 384313"/>
              <a:gd name="connsiteX28" fmla="*/ 2319130 w 4492487"/>
              <a:gd name="connsiteY28" fmla="*/ 106017 h 384313"/>
              <a:gd name="connsiteX29" fmla="*/ 2385391 w 4492487"/>
              <a:gd name="connsiteY29" fmla="*/ 159026 h 384313"/>
              <a:gd name="connsiteX30" fmla="*/ 2425147 w 4492487"/>
              <a:gd name="connsiteY30" fmla="*/ 185530 h 384313"/>
              <a:gd name="connsiteX31" fmla="*/ 2451652 w 4492487"/>
              <a:gd name="connsiteY31" fmla="*/ 212035 h 384313"/>
              <a:gd name="connsiteX32" fmla="*/ 2517913 w 4492487"/>
              <a:gd name="connsiteY32" fmla="*/ 265043 h 384313"/>
              <a:gd name="connsiteX33" fmla="*/ 2531165 w 4492487"/>
              <a:gd name="connsiteY33" fmla="*/ 304800 h 384313"/>
              <a:gd name="connsiteX34" fmla="*/ 2610678 w 4492487"/>
              <a:gd name="connsiteY34" fmla="*/ 357808 h 384313"/>
              <a:gd name="connsiteX35" fmla="*/ 2703443 w 4492487"/>
              <a:gd name="connsiteY35" fmla="*/ 344556 h 384313"/>
              <a:gd name="connsiteX36" fmla="*/ 2875721 w 4492487"/>
              <a:gd name="connsiteY36" fmla="*/ 304800 h 384313"/>
              <a:gd name="connsiteX37" fmla="*/ 2994991 w 4492487"/>
              <a:gd name="connsiteY37" fmla="*/ 291548 h 384313"/>
              <a:gd name="connsiteX38" fmla="*/ 3101008 w 4492487"/>
              <a:gd name="connsiteY38" fmla="*/ 265043 h 384313"/>
              <a:gd name="connsiteX39" fmla="*/ 3140765 w 4492487"/>
              <a:gd name="connsiteY39" fmla="*/ 251791 h 384313"/>
              <a:gd name="connsiteX40" fmla="*/ 3193774 w 4492487"/>
              <a:gd name="connsiteY40" fmla="*/ 238539 h 384313"/>
              <a:gd name="connsiteX41" fmla="*/ 3233530 w 4492487"/>
              <a:gd name="connsiteY41" fmla="*/ 225287 h 384313"/>
              <a:gd name="connsiteX42" fmla="*/ 3286539 w 4492487"/>
              <a:gd name="connsiteY42" fmla="*/ 212035 h 384313"/>
              <a:gd name="connsiteX43" fmla="*/ 3366052 w 4492487"/>
              <a:gd name="connsiteY43" fmla="*/ 185530 h 384313"/>
              <a:gd name="connsiteX44" fmla="*/ 3405808 w 4492487"/>
              <a:gd name="connsiteY44" fmla="*/ 172278 h 384313"/>
              <a:gd name="connsiteX45" fmla="*/ 3445565 w 4492487"/>
              <a:gd name="connsiteY45" fmla="*/ 159026 h 384313"/>
              <a:gd name="connsiteX46" fmla="*/ 3525078 w 4492487"/>
              <a:gd name="connsiteY46" fmla="*/ 119269 h 384313"/>
              <a:gd name="connsiteX47" fmla="*/ 3604591 w 4492487"/>
              <a:gd name="connsiteY47" fmla="*/ 92765 h 384313"/>
              <a:gd name="connsiteX48" fmla="*/ 3684104 w 4492487"/>
              <a:gd name="connsiteY48" fmla="*/ 106017 h 384313"/>
              <a:gd name="connsiteX49" fmla="*/ 3763617 w 4492487"/>
              <a:gd name="connsiteY49" fmla="*/ 132521 h 384313"/>
              <a:gd name="connsiteX50" fmla="*/ 3856382 w 4492487"/>
              <a:gd name="connsiteY50" fmla="*/ 212035 h 384313"/>
              <a:gd name="connsiteX51" fmla="*/ 3935895 w 4492487"/>
              <a:gd name="connsiteY51" fmla="*/ 238539 h 384313"/>
              <a:gd name="connsiteX52" fmla="*/ 4002156 w 4492487"/>
              <a:gd name="connsiteY52" fmla="*/ 278295 h 384313"/>
              <a:gd name="connsiteX53" fmla="*/ 4028661 w 4492487"/>
              <a:gd name="connsiteY53" fmla="*/ 304800 h 384313"/>
              <a:gd name="connsiteX54" fmla="*/ 4068417 w 4492487"/>
              <a:gd name="connsiteY54" fmla="*/ 318052 h 384313"/>
              <a:gd name="connsiteX55" fmla="*/ 4108174 w 4492487"/>
              <a:gd name="connsiteY55" fmla="*/ 344556 h 384313"/>
              <a:gd name="connsiteX56" fmla="*/ 4240695 w 4492487"/>
              <a:gd name="connsiteY56" fmla="*/ 384313 h 384313"/>
              <a:gd name="connsiteX57" fmla="*/ 4426226 w 4492487"/>
              <a:gd name="connsiteY57" fmla="*/ 371061 h 384313"/>
              <a:gd name="connsiteX58" fmla="*/ 4492487 w 4492487"/>
              <a:gd name="connsiteY58" fmla="*/ 357808 h 38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492487" h="384313">
                <a:moveTo>
                  <a:pt x="0" y="265043"/>
                </a:moveTo>
                <a:cubicBezTo>
                  <a:pt x="30922" y="269460"/>
                  <a:pt x="61658" y="281123"/>
                  <a:pt x="92765" y="278295"/>
                </a:cubicBezTo>
                <a:cubicBezTo>
                  <a:pt x="112439" y="276506"/>
                  <a:pt x="127432" y="259128"/>
                  <a:pt x="145774" y="251791"/>
                </a:cubicBezTo>
                <a:cubicBezTo>
                  <a:pt x="171714" y="241415"/>
                  <a:pt x="198183" y="232063"/>
                  <a:pt x="225287" y="225287"/>
                </a:cubicBezTo>
                <a:cubicBezTo>
                  <a:pt x="242956" y="220870"/>
                  <a:pt x="260850" y="217269"/>
                  <a:pt x="278295" y="212035"/>
                </a:cubicBezTo>
                <a:cubicBezTo>
                  <a:pt x="305055" y="204007"/>
                  <a:pt x="331304" y="194365"/>
                  <a:pt x="357808" y="185530"/>
                </a:cubicBezTo>
                <a:lnTo>
                  <a:pt x="437321" y="159026"/>
                </a:lnTo>
                <a:lnTo>
                  <a:pt x="477078" y="145774"/>
                </a:lnTo>
                <a:cubicBezTo>
                  <a:pt x="490330" y="141357"/>
                  <a:pt x="503282" y="135909"/>
                  <a:pt x="516834" y="132521"/>
                </a:cubicBezTo>
                <a:cubicBezTo>
                  <a:pt x="596948" y="112493"/>
                  <a:pt x="552563" y="125029"/>
                  <a:pt x="649356" y="92765"/>
                </a:cubicBezTo>
                <a:lnTo>
                  <a:pt x="728869" y="66261"/>
                </a:lnTo>
                <a:cubicBezTo>
                  <a:pt x="742121" y="61843"/>
                  <a:pt x="755074" y="56396"/>
                  <a:pt x="768626" y="53008"/>
                </a:cubicBezTo>
                <a:cubicBezTo>
                  <a:pt x="786295" y="48591"/>
                  <a:pt x="804122" y="44759"/>
                  <a:pt x="821634" y="39756"/>
                </a:cubicBezTo>
                <a:cubicBezTo>
                  <a:pt x="835066" y="35918"/>
                  <a:pt x="847914" y="30179"/>
                  <a:pt x="861391" y="26504"/>
                </a:cubicBezTo>
                <a:cubicBezTo>
                  <a:pt x="896534" y="16920"/>
                  <a:pt x="967408" y="0"/>
                  <a:pt x="967408" y="0"/>
                </a:cubicBezTo>
                <a:cubicBezTo>
                  <a:pt x="1046922" y="26504"/>
                  <a:pt x="976243" y="-8835"/>
                  <a:pt x="1020417" y="53008"/>
                </a:cubicBezTo>
                <a:cubicBezTo>
                  <a:pt x="1049631" y="93908"/>
                  <a:pt x="1074978" y="107052"/>
                  <a:pt x="1113182" y="132521"/>
                </a:cubicBezTo>
                <a:cubicBezTo>
                  <a:pt x="1150723" y="245147"/>
                  <a:pt x="1098365" y="107827"/>
                  <a:pt x="1152939" y="198782"/>
                </a:cubicBezTo>
                <a:cubicBezTo>
                  <a:pt x="1160126" y="210760"/>
                  <a:pt x="1157465" y="227631"/>
                  <a:pt x="1166191" y="238539"/>
                </a:cubicBezTo>
                <a:cubicBezTo>
                  <a:pt x="1184874" y="261893"/>
                  <a:pt x="1219514" y="269565"/>
                  <a:pt x="1245704" y="278295"/>
                </a:cubicBezTo>
                <a:cubicBezTo>
                  <a:pt x="1467874" y="222753"/>
                  <a:pt x="1242044" y="275346"/>
                  <a:pt x="1444487" y="238539"/>
                </a:cubicBezTo>
                <a:cubicBezTo>
                  <a:pt x="1462406" y="235281"/>
                  <a:pt x="1479716" y="229238"/>
                  <a:pt x="1497495" y="225287"/>
                </a:cubicBezTo>
                <a:cubicBezTo>
                  <a:pt x="1519483" y="220401"/>
                  <a:pt x="1541574" y="215949"/>
                  <a:pt x="1563756" y="212035"/>
                </a:cubicBezTo>
                <a:lnTo>
                  <a:pt x="1722782" y="185530"/>
                </a:lnTo>
                <a:cubicBezTo>
                  <a:pt x="1749286" y="181113"/>
                  <a:pt x="1776804" y="180775"/>
                  <a:pt x="1802295" y="172278"/>
                </a:cubicBezTo>
                <a:cubicBezTo>
                  <a:pt x="1855983" y="154382"/>
                  <a:pt x="1840346" y="157768"/>
                  <a:pt x="1908313" y="145774"/>
                </a:cubicBezTo>
                <a:cubicBezTo>
                  <a:pt x="1961235" y="136435"/>
                  <a:pt x="2015204" y="132303"/>
                  <a:pt x="2067339" y="119269"/>
                </a:cubicBezTo>
                <a:cubicBezTo>
                  <a:pt x="2186908" y="89377"/>
                  <a:pt x="2138799" y="104284"/>
                  <a:pt x="2213113" y="79513"/>
                </a:cubicBezTo>
                <a:cubicBezTo>
                  <a:pt x="2238317" y="84554"/>
                  <a:pt x="2291963" y="92433"/>
                  <a:pt x="2319130" y="106017"/>
                </a:cubicBezTo>
                <a:cubicBezTo>
                  <a:pt x="2373520" y="133212"/>
                  <a:pt x="2344301" y="126153"/>
                  <a:pt x="2385391" y="159026"/>
                </a:cubicBezTo>
                <a:cubicBezTo>
                  <a:pt x="2397828" y="168976"/>
                  <a:pt x="2412710" y="175581"/>
                  <a:pt x="2425147" y="185530"/>
                </a:cubicBezTo>
                <a:cubicBezTo>
                  <a:pt x="2434904" y="193335"/>
                  <a:pt x="2441895" y="204230"/>
                  <a:pt x="2451652" y="212035"/>
                </a:cubicBezTo>
                <a:cubicBezTo>
                  <a:pt x="2535246" y="278911"/>
                  <a:pt x="2453911" y="201043"/>
                  <a:pt x="2517913" y="265043"/>
                </a:cubicBezTo>
                <a:cubicBezTo>
                  <a:pt x="2522330" y="278295"/>
                  <a:pt x="2523416" y="293177"/>
                  <a:pt x="2531165" y="304800"/>
                </a:cubicBezTo>
                <a:cubicBezTo>
                  <a:pt x="2559527" y="347343"/>
                  <a:pt x="2568997" y="343915"/>
                  <a:pt x="2610678" y="357808"/>
                </a:cubicBezTo>
                <a:cubicBezTo>
                  <a:pt x="2641600" y="353391"/>
                  <a:pt x="2672814" y="350682"/>
                  <a:pt x="2703443" y="344556"/>
                </a:cubicBezTo>
                <a:cubicBezTo>
                  <a:pt x="2778263" y="329592"/>
                  <a:pt x="2806544" y="314682"/>
                  <a:pt x="2875721" y="304800"/>
                </a:cubicBezTo>
                <a:cubicBezTo>
                  <a:pt x="2915320" y="299143"/>
                  <a:pt x="2955234" y="295965"/>
                  <a:pt x="2994991" y="291548"/>
                </a:cubicBezTo>
                <a:cubicBezTo>
                  <a:pt x="3030330" y="282713"/>
                  <a:pt x="3066451" y="276562"/>
                  <a:pt x="3101008" y="265043"/>
                </a:cubicBezTo>
                <a:cubicBezTo>
                  <a:pt x="3114260" y="260626"/>
                  <a:pt x="3127333" y="255629"/>
                  <a:pt x="3140765" y="251791"/>
                </a:cubicBezTo>
                <a:cubicBezTo>
                  <a:pt x="3158278" y="246787"/>
                  <a:pt x="3176261" y="243543"/>
                  <a:pt x="3193774" y="238539"/>
                </a:cubicBezTo>
                <a:cubicBezTo>
                  <a:pt x="3207205" y="234702"/>
                  <a:pt x="3220099" y="229124"/>
                  <a:pt x="3233530" y="225287"/>
                </a:cubicBezTo>
                <a:cubicBezTo>
                  <a:pt x="3251043" y="220283"/>
                  <a:pt x="3269094" y="217269"/>
                  <a:pt x="3286539" y="212035"/>
                </a:cubicBezTo>
                <a:cubicBezTo>
                  <a:pt x="3313299" y="204007"/>
                  <a:pt x="3339548" y="194365"/>
                  <a:pt x="3366052" y="185530"/>
                </a:cubicBezTo>
                <a:lnTo>
                  <a:pt x="3405808" y="172278"/>
                </a:lnTo>
                <a:lnTo>
                  <a:pt x="3445565" y="159026"/>
                </a:lnTo>
                <a:cubicBezTo>
                  <a:pt x="3488139" y="116451"/>
                  <a:pt x="3455296" y="140203"/>
                  <a:pt x="3525078" y="119269"/>
                </a:cubicBezTo>
                <a:cubicBezTo>
                  <a:pt x="3551838" y="111241"/>
                  <a:pt x="3604591" y="92765"/>
                  <a:pt x="3604591" y="92765"/>
                </a:cubicBezTo>
                <a:cubicBezTo>
                  <a:pt x="3631095" y="97182"/>
                  <a:pt x="3658036" y="99500"/>
                  <a:pt x="3684104" y="106017"/>
                </a:cubicBezTo>
                <a:cubicBezTo>
                  <a:pt x="3711208" y="112793"/>
                  <a:pt x="3763617" y="132521"/>
                  <a:pt x="3763617" y="132521"/>
                </a:cubicBezTo>
                <a:cubicBezTo>
                  <a:pt x="3789886" y="158790"/>
                  <a:pt x="3820056" y="195890"/>
                  <a:pt x="3856382" y="212035"/>
                </a:cubicBezTo>
                <a:cubicBezTo>
                  <a:pt x="3881912" y="223382"/>
                  <a:pt x="3935895" y="238539"/>
                  <a:pt x="3935895" y="238539"/>
                </a:cubicBezTo>
                <a:cubicBezTo>
                  <a:pt x="4003056" y="305698"/>
                  <a:pt x="3916136" y="226683"/>
                  <a:pt x="4002156" y="278295"/>
                </a:cubicBezTo>
                <a:cubicBezTo>
                  <a:pt x="4012870" y="284723"/>
                  <a:pt x="4017947" y="298372"/>
                  <a:pt x="4028661" y="304800"/>
                </a:cubicBezTo>
                <a:cubicBezTo>
                  <a:pt x="4040639" y="311987"/>
                  <a:pt x="4055923" y="311805"/>
                  <a:pt x="4068417" y="318052"/>
                </a:cubicBezTo>
                <a:cubicBezTo>
                  <a:pt x="4082663" y="325175"/>
                  <a:pt x="4093620" y="338087"/>
                  <a:pt x="4108174" y="344556"/>
                </a:cubicBezTo>
                <a:cubicBezTo>
                  <a:pt x="4149660" y="362994"/>
                  <a:pt x="4196637" y="373299"/>
                  <a:pt x="4240695" y="384313"/>
                </a:cubicBezTo>
                <a:cubicBezTo>
                  <a:pt x="4302539" y="379896"/>
                  <a:pt x="4364649" y="378305"/>
                  <a:pt x="4426226" y="371061"/>
                </a:cubicBezTo>
                <a:cubicBezTo>
                  <a:pt x="4562623" y="355014"/>
                  <a:pt x="4396191" y="357808"/>
                  <a:pt x="4492487" y="357808"/>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D23683D-7B4C-B641-BAC4-D02998720AEB}"/>
              </a:ext>
            </a:extLst>
          </p:cNvPr>
          <p:cNvCxnSpPr>
            <a:cxnSpLocks/>
          </p:cNvCxnSpPr>
          <p:nvPr/>
        </p:nvCxnSpPr>
        <p:spPr>
          <a:xfrm>
            <a:off x="1205948" y="3193694"/>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BE28606-D114-3C40-9DEC-6EC390FF5678}"/>
              </a:ext>
            </a:extLst>
          </p:cNvPr>
          <p:cNvSpPr txBox="1"/>
          <p:nvPr/>
        </p:nvSpPr>
        <p:spPr>
          <a:xfrm>
            <a:off x="1466280" y="2819026"/>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4" name="Straight Connector 23">
            <a:extLst>
              <a:ext uri="{FF2B5EF4-FFF2-40B4-BE49-F238E27FC236}">
                <a16:creationId xmlns:a16="http://schemas.microsoft.com/office/drawing/2014/main" id="{0D48A89A-4A9C-9648-9F74-8BFA34DF9220}"/>
              </a:ext>
            </a:extLst>
          </p:cNvPr>
          <p:cNvCxnSpPr/>
          <p:nvPr/>
        </p:nvCxnSpPr>
        <p:spPr>
          <a:xfrm flipH="1">
            <a:off x="1298713"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940A64-27EA-2844-91A0-82CA073BB84A}"/>
              </a:ext>
            </a:extLst>
          </p:cNvPr>
          <p:cNvCxnSpPr/>
          <p:nvPr/>
        </p:nvCxnSpPr>
        <p:spPr>
          <a:xfrm>
            <a:off x="1477617"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8AA8B9C-8258-AF4E-9BD1-BBD11EABBD11}"/>
              </a:ext>
            </a:extLst>
          </p:cNvPr>
          <p:cNvSpPr txBox="1"/>
          <p:nvPr/>
        </p:nvSpPr>
        <p:spPr>
          <a:xfrm>
            <a:off x="951996"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29" name="Straight Arrow Connector 28">
            <a:extLst>
              <a:ext uri="{FF2B5EF4-FFF2-40B4-BE49-F238E27FC236}">
                <a16:creationId xmlns:a16="http://schemas.microsoft.com/office/drawing/2014/main" id="{6E5CE9A7-3A02-434F-AD7E-BE7B456A3980}"/>
              </a:ext>
            </a:extLst>
          </p:cNvPr>
          <p:cNvCxnSpPr>
            <a:cxnSpLocks/>
          </p:cNvCxnSpPr>
          <p:nvPr/>
        </p:nvCxnSpPr>
        <p:spPr>
          <a:xfrm rot="120000" flipV="1">
            <a:off x="696958" y="2792633"/>
            <a:ext cx="0" cy="86268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74C7B-4693-8D47-8308-F25318BB642C}"/>
              </a:ext>
            </a:extLst>
          </p:cNvPr>
          <p:cNvSpPr txBox="1"/>
          <p:nvPr/>
        </p:nvSpPr>
        <p:spPr>
          <a:xfrm>
            <a:off x="649910" y="2970942"/>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p>
        </p:txBody>
      </p:sp>
      <p:sp>
        <p:nvSpPr>
          <p:cNvPr id="33" name="TextBox 32">
            <a:extLst>
              <a:ext uri="{FF2B5EF4-FFF2-40B4-BE49-F238E27FC236}">
                <a16:creationId xmlns:a16="http://schemas.microsoft.com/office/drawing/2014/main" id="{8426ECFA-2E8A-3F40-8B29-F3222EFF94B3}"/>
              </a:ext>
            </a:extLst>
          </p:cNvPr>
          <p:cNvSpPr txBox="1"/>
          <p:nvPr/>
        </p:nvSpPr>
        <p:spPr>
          <a:xfrm>
            <a:off x="1205948" y="1823417"/>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Equilibrium flow with bedforms (skin friction + form drag) </a:t>
            </a:r>
          </a:p>
        </p:txBody>
      </p:sp>
      <p:cxnSp>
        <p:nvCxnSpPr>
          <p:cNvPr id="16" name="Straight Connector 15">
            <a:extLst>
              <a:ext uri="{FF2B5EF4-FFF2-40B4-BE49-F238E27FC236}">
                <a16:creationId xmlns:a16="http://schemas.microsoft.com/office/drawing/2014/main" id="{2A72808A-403F-5B43-8178-45F463A3FE54}"/>
              </a:ext>
            </a:extLst>
          </p:cNvPr>
          <p:cNvCxnSpPr>
            <a:cxnSpLocks/>
          </p:cNvCxnSpPr>
          <p:nvPr/>
        </p:nvCxnSpPr>
        <p:spPr>
          <a:xfrm rot="120000">
            <a:off x="6879242" y="3723861"/>
            <a:ext cx="4482548"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D830E4-7B0E-4E4F-841B-D76A974A2556}"/>
              </a:ext>
            </a:extLst>
          </p:cNvPr>
          <p:cNvCxnSpPr>
            <a:cxnSpLocks/>
          </p:cNvCxnSpPr>
          <p:nvPr/>
        </p:nvCxnSpPr>
        <p:spPr>
          <a:xfrm rot="120000">
            <a:off x="6861831" y="3096848"/>
            <a:ext cx="4482548"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75FB3E-F83B-084A-9F2E-8AE1BE4AD6A5}"/>
              </a:ext>
            </a:extLst>
          </p:cNvPr>
          <p:cNvCxnSpPr>
            <a:cxnSpLocks/>
          </p:cNvCxnSpPr>
          <p:nvPr/>
        </p:nvCxnSpPr>
        <p:spPr>
          <a:xfrm>
            <a:off x="7478903" y="3339469"/>
            <a:ext cx="878474" cy="880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2878792-0F82-9D4C-AFC7-4886E664D27F}"/>
              </a:ext>
            </a:extLst>
          </p:cNvPr>
          <p:cNvSpPr txBox="1"/>
          <p:nvPr/>
        </p:nvSpPr>
        <p:spPr>
          <a:xfrm>
            <a:off x="7739235" y="2991305"/>
            <a:ext cx="357809"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U</a:t>
            </a:r>
          </a:p>
        </p:txBody>
      </p:sp>
      <p:cxnSp>
        <p:nvCxnSpPr>
          <p:cNvPr id="23" name="Straight Connector 22">
            <a:extLst>
              <a:ext uri="{FF2B5EF4-FFF2-40B4-BE49-F238E27FC236}">
                <a16:creationId xmlns:a16="http://schemas.microsoft.com/office/drawing/2014/main" id="{B0654D11-356C-F74A-8865-F7AF4EF0259C}"/>
              </a:ext>
            </a:extLst>
          </p:cNvPr>
          <p:cNvCxnSpPr/>
          <p:nvPr/>
        </p:nvCxnSpPr>
        <p:spPr>
          <a:xfrm flipH="1">
            <a:off x="7571668" y="3790202"/>
            <a:ext cx="3207026" cy="67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1FBE1D-B250-CC45-80C5-89AA04CAF474}"/>
              </a:ext>
            </a:extLst>
          </p:cNvPr>
          <p:cNvCxnSpPr/>
          <p:nvPr/>
        </p:nvCxnSpPr>
        <p:spPr>
          <a:xfrm>
            <a:off x="7750572" y="3677478"/>
            <a:ext cx="0" cy="1921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67C22BC-9786-3947-A2AF-1D4C7BD8E9D8}"/>
              </a:ext>
            </a:extLst>
          </p:cNvPr>
          <p:cNvSpPr txBox="1"/>
          <p:nvPr/>
        </p:nvSpPr>
        <p:spPr>
          <a:xfrm>
            <a:off x="7224951" y="3811453"/>
            <a:ext cx="874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 = S</a:t>
            </a:r>
            <a:r>
              <a:rPr lang="en-US" baseline="-25000" dirty="0">
                <a:latin typeface="Arial" panose="020B0604020202020204" pitchFamily="34" charset="0"/>
                <a:cs typeface="Arial" panose="020B0604020202020204" pitchFamily="34" charset="0"/>
              </a:rPr>
              <a:t>f</a:t>
            </a:r>
          </a:p>
        </p:txBody>
      </p:sp>
      <p:cxnSp>
        <p:nvCxnSpPr>
          <p:cNvPr id="30" name="Straight Arrow Connector 29">
            <a:extLst>
              <a:ext uri="{FF2B5EF4-FFF2-40B4-BE49-F238E27FC236}">
                <a16:creationId xmlns:a16="http://schemas.microsoft.com/office/drawing/2014/main" id="{6920D20C-0C1B-A244-82CD-8A05263652F9}"/>
              </a:ext>
            </a:extLst>
          </p:cNvPr>
          <p:cNvCxnSpPr>
            <a:cxnSpLocks/>
          </p:cNvCxnSpPr>
          <p:nvPr/>
        </p:nvCxnSpPr>
        <p:spPr>
          <a:xfrm flipV="1">
            <a:off x="6954859" y="3018628"/>
            <a:ext cx="30108" cy="636426"/>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6BE6502-0F71-7E47-920E-26D9EADFD81A}"/>
              </a:ext>
            </a:extLst>
          </p:cNvPr>
          <p:cNvSpPr txBox="1"/>
          <p:nvPr/>
        </p:nvSpPr>
        <p:spPr>
          <a:xfrm>
            <a:off x="6922865" y="3182976"/>
            <a:ext cx="64880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s</a:t>
            </a:r>
          </a:p>
        </p:txBody>
      </p:sp>
      <p:sp>
        <p:nvSpPr>
          <p:cNvPr id="34" name="TextBox 33">
            <a:extLst>
              <a:ext uri="{FF2B5EF4-FFF2-40B4-BE49-F238E27FC236}">
                <a16:creationId xmlns:a16="http://schemas.microsoft.com/office/drawing/2014/main" id="{C77F03A1-21CE-874C-BB17-70516E4B049A}"/>
              </a:ext>
            </a:extLst>
          </p:cNvPr>
          <p:cNvSpPr txBox="1"/>
          <p:nvPr/>
        </p:nvSpPr>
        <p:spPr>
          <a:xfrm>
            <a:off x="6969913" y="1776866"/>
            <a:ext cx="3531123"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Ideal flow over a flat bed </a:t>
            </a:r>
          </a:p>
          <a:p>
            <a:pPr algn="l">
              <a:lnSpc>
                <a:spcPct val="114000"/>
              </a:lnSpc>
            </a:pPr>
            <a:r>
              <a:rPr lang="en-US" dirty="0">
                <a:latin typeface="Arial" panose="020B0604020202020204" pitchFamily="34" charset="0"/>
                <a:cs typeface="Arial" panose="020B0604020202020204" pitchFamily="34" charset="0"/>
              </a:rPr>
              <a:t>(skin friction)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421229-1FE8-6E44-B42F-AACF31BD40F4}"/>
                  </a:ext>
                </a:extLst>
              </p:cNvPr>
              <p:cNvSpPr txBox="1"/>
              <p:nvPr/>
            </p:nvSpPr>
            <p:spPr>
              <a:xfrm>
                <a:off x="636093" y="4634167"/>
                <a:ext cx="2085827"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𝑔𝐻𝑆</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D421229-1FE8-6E44-B42F-AACF31BD40F4}"/>
                  </a:ext>
                </a:extLst>
              </p:cNvPr>
              <p:cNvSpPr txBox="1">
                <a:spLocks noRot="1" noChangeAspect="1" noMove="1" noResize="1" noEditPoints="1" noAdjustHandles="1" noChangeArrowheads="1" noChangeShapeType="1" noTextEdit="1"/>
              </p:cNvSpPr>
              <p:nvPr/>
            </p:nvSpPr>
            <p:spPr>
              <a:xfrm>
                <a:off x="636093" y="4634167"/>
                <a:ext cx="2085827" cy="347403"/>
              </a:xfrm>
              <a:prstGeom prst="rect">
                <a:avLst/>
              </a:prstGeom>
              <a:blipFill>
                <a:blip r:embed="rId2"/>
                <a:stretch>
                  <a:fillRect l="-602" r="-2410"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B29598C-C84E-5C4E-A3A9-4B6CA9D9E266}"/>
                  </a:ext>
                </a:extLst>
              </p:cNvPr>
              <p:cNvSpPr txBox="1"/>
              <p:nvPr/>
            </p:nvSpPr>
            <p:spPr>
              <a:xfrm>
                <a:off x="8745699" y="4617014"/>
                <a:ext cx="2332498" cy="347403"/>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𝐶</m:t>
                          </m:r>
                        </m:e>
                        <m:sub>
                          <m:r>
                            <a:rPr lang="en-US" b="0" i="1" smtClean="0">
                              <a:latin typeface="Cambria Math" panose="02040503050406030204" pitchFamily="18" charset="0"/>
                              <a:ea typeface="Cambria Math" panose="02040503050406030204" pitchFamily="18" charset="0"/>
                              <a:cs typeface="Arial" panose="020B0604020202020204" pitchFamily="34" charset="0"/>
                            </a:rPr>
                            <m:t>𝑓𝑠</m:t>
                          </m:r>
                        </m:sub>
                      </m:sSub>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𝑈</m:t>
                          </m:r>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𝐻</m:t>
                          </m:r>
                        </m:e>
                        <m:sub>
                          <m:r>
                            <a:rPr lang="en-US" b="0" i="1" smtClean="0">
                              <a:latin typeface="Cambria Math" panose="02040503050406030204" pitchFamily="18" charset="0"/>
                              <a:ea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𝑆</m:t>
                      </m:r>
                    </m:oMath>
                  </m:oMathPara>
                </a14:m>
                <a:endParaRPr lang="en-US" dirty="0">
                  <a:latin typeface="Arial" panose="020B0604020202020204" pitchFamily="34" charset="0"/>
                  <a:cs typeface="Arial" panose="020B0604020202020204" pitchFamily="34" charset="0"/>
                </a:endParaRPr>
              </a:p>
            </p:txBody>
          </p:sp>
        </mc:Choice>
        <mc:Fallback xmlns="">
          <p:sp>
            <p:nvSpPr>
              <p:cNvPr id="35" name="TextBox 34">
                <a:extLst>
                  <a:ext uri="{FF2B5EF4-FFF2-40B4-BE49-F238E27FC236}">
                    <a16:creationId xmlns:a16="http://schemas.microsoft.com/office/drawing/2014/main" id="{7B29598C-C84E-5C4E-A3A9-4B6CA9D9E266}"/>
                  </a:ext>
                </a:extLst>
              </p:cNvPr>
              <p:cNvSpPr txBox="1">
                <a:spLocks noRot="1" noChangeAspect="1" noMove="1" noResize="1" noEditPoints="1" noAdjustHandles="1" noChangeArrowheads="1" noChangeShapeType="1" noTextEdit="1"/>
              </p:cNvSpPr>
              <p:nvPr/>
            </p:nvSpPr>
            <p:spPr>
              <a:xfrm>
                <a:off x="8745699" y="4617014"/>
                <a:ext cx="2332498" cy="347403"/>
              </a:xfrm>
              <a:prstGeom prst="rect">
                <a:avLst/>
              </a:prstGeom>
              <a:blipFill>
                <a:blip r:embed="rId3"/>
                <a:stretch>
                  <a:fillRect l="-541" r="-1081" b="-21429"/>
                </a:stretch>
              </a:blipFill>
            </p:spPr>
            <p:txBody>
              <a:bodyPr/>
              <a:lstStyle/>
              <a:p>
                <a:r>
                  <a:rPr lang="en-US">
                    <a:noFill/>
                  </a:rPr>
                  <a:t> </a:t>
                </a:r>
              </a:p>
            </p:txBody>
          </p:sp>
        </mc:Fallback>
      </mc:AlternateContent>
      <p:sp>
        <p:nvSpPr>
          <p:cNvPr id="38" name="Rounded Rectangle 37">
            <a:extLst>
              <a:ext uri="{FF2B5EF4-FFF2-40B4-BE49-F238E27FC236}">
                <a16:creationId xmlns:a16="http://schemas.microsoft.com/office/drawing/2014/main" id="{5E74DE3D-87A9-4C4C-A0EC-A479232A7AC2}"/>
              </a:ext>
            </a:extLst>
          </p:cNvPr>
          <p:cNvSpPr/>
          <p:nvPr/>
        </p:nvSpPr>
        <p:spPr>
          <a:xfrm>
            <a:off x="241299" y="5066225"/>
            <a:ext cx="8116077" cy="1655250"/>
          </a:xfrm>
          <a:prstGeom prst="roundRect">
            <a:avLst/>
          </a:prstGeom>
          <a:solidFill>
            <a:srgbClr val="F9D9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0154BFB1-4A27-9241-9B9B-324A5B9C212A}"/>
              </a:ext>
            </a:extLst>
          </p:cNvPr>
          <p:cNvSpPr txBox="1"/>
          <p:nvPr/>
        </p:nvSpPr>
        <p:spPr>
          <a:xfrm>
            <a:off x="357809" y="5159708"/>
            <a:ext cx="7846391"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total shear velocity u</a:t>
            </a:r>
            <a:r>
              <a:rPr lang="en-US" baseline="-2500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the shear velocities associated with skin friction and form drag u</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and u</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the corresponding Shields numbers are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34C00D4-D73B-D34C-B07F-549BE8CFB706}"/>
                  </a:ext>
                </a:extLst>
              </p:cNvPr>
              <p:cNvSpPr txBox="1"/>
              <p:nvPr/>
            </p:nvSpPr>
            <p:spPr>
              <a:xfrm>
                <a:off x="401913" y="5685677"/>
                <a:ext cx="987193" cy="932948"/>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234C00D4-D73B-D34C-B07F-549BE8CFB706}"/>
                  </a:ext>
                </a:extLst>
              </p:cNvPr>
              <p:cNvSpPr txBox="1">
                <a:spLocks noRot="1" noChangeAspect="1" noMove="1" noResize="1" noEditPoints="1" noAdjustHandles="1" noChangeArrowheads="1" noChangeShapeType="1" noTextEdit="1"/>
              </p:cNvSpPr>
              <p:nvPr/>
            </p:nvSpPr>
            <p:spPr>
              <a:xfrm>
                <a:off x="401913" y="5685677"/>
                <a:ext cx="987193" cy="932948"/>
              </a:xfrm>
              <a:prstGeom prst="rect">
                <a:avLst/>
              </a:prstGeom>
              <a:blipFill>
                <a:blip r:embed="rId4"/>
                <a:stretch>
                  <a:fillRect l="-2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CB731D2-E5EA-164A-A0B4-1CCF4A9BFDCE}"/>
                  </a:ext>
                </a:extLst>
              </p:cNvPr>
              <p:cNvSpPr txBox="1"/>
              <p:nvPr/>
            </p:nvSpPr>
            <p:spPr>
              <a:xfrm>
                <a:off x="1642330" y="5685677"/>
                <a:ext cx="1153136" cy="932948"/>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𝑏𝑠</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oMath>
                  </m:oMathPara>
                </a14:m>
                <a:endParaRPr lang="en-US" dirty="0">
                  <a:latin typeface="Arial" panose="020B0604020202020204" pitchFamily="34" charset="0"/>
                  <a:cs typeface="Arial" panose="020B0604020202020204" pitchFamily="34" charset="0"/>
                </a:endParaRPr>
              </a:p>
            </p:txBody>
          </p:sp>
        </mc:Choice>
        <mc:Fallback xmlns="">
          <p:sp>
            <p:nvSpPr>
              <p:cNvPr id="40" name="TextBox 39">
                <a:extLst>
                  <a:ext uri="{FF2B5EF4-FFF2-40B4-BE49-F238E27FC236}">
                    <a16:creationId xmlns:a16="http://schemas.microsoft.com/office/drawing/2014/main" id="{ECB731D2-E5EA-164A-A0B4-1CCF4A9BFDCE}"/>
                  </a:ext>
                </a:extLst>
              </p:cNvPr>
              <p:cNvSpPr txBox="1">
                <a:spLocks noRot="1" noChangeAspect="1" noMove="1" noResize="1" noEditPoints="1" noAdjustHandles="1" noChangeArrowheads="1" noChangeShapeType="1" noTextEdit="1"/>
              </p:cNvSpPr>
              <p:nvPr/>
            </p:nvSpPr>
            <p:spPr>
              <a:xfrm>
                <a:off x="1642330" y="5685677"/>
                <a:ext cx="1153136" cy="932948"/>
              </a:xfrm>
              <a:prstGeom prst="rect">
                <a:avLst/>
              </a:prstGeom>
              <a:blipFill>
                <a:blip r:embed="rId5"/>
                <a:stretch>
                  <a:fillRect l="-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8C3A380-D0A3-9044-9EE9-D978E8975FE3}"/>
                  </a:ext>
                </a:extLst>
              </p:cNvPr>
              <p:cNvSpPr txBox="1"/>
              <p:nvPr/>
            </p:nvSpPr>
            <p:spPr>
              <a:xfrm>
                <a:off x="3016925" y="5664801"/>
                <a:ext cx="1193660" cy="932948"/>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cs typeface="Arial" panose="020B0604020202020204" pitchFamily="34" charset="0"/>
                        </a:rPr>
                        <m:t>=</m:t>
                      </m:r>
                      <m:rad>
                        <m:radPr>
                          <m:degHide m:val="on"/>
                          <m:ctrlPr>
                            <a:rPr lang="en-US" b="0" i="1" smtClean="0">
                              <a:latin typeface="Cambria Math" panose="02040503050406030204" pitchFamily="18" charset="0"/>
                              <a:cs typeface="Arial" panose="020B0604020202020204" pitchFamily="34" charset="0"/>
                            </a:rPr>
                          </m:ctrlPr>
                        </m:radPr>
                        <m:deg/>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𝑏𝑓</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e>
                      </m:rad>
                    </m:oMath>
                  </m:oMathPara>
                </a14:m>
                <a:endParaRPr lang="en-US" dirty="0">
                  <a:latin typeface="Arial" panose="020B0604020202020204" pitchFamily="34" charset="0"/>
                  <a:cs typeface="Arial" panose="020B0604020202020204" pitchFamily="34" charset="0"/>
                </a:endParaRPr>
              </a:p>
            </p:txBody>
          </p:sp>
        </mc:Choice>
        <mc:Fallback xmlns="">
          <p:sp>
            <p:nvSpPr>
              <p:cNvPr id="41" name="TextBox 40">
                <a:extLst>
                  <a:ext uri="{FF2B5EF4-FFF2-40B4-BE49-F238E27FC236}">
                    <a16:creationId xmlns:a16="http://schemas.microsoft.com/office/drawing/2014/main" id="{18C3A380-D0A3-9044-9EE9-D978E8975FE3}"/>
                  </a:ext>
                </a:extLst>
              </p:cNvPr>
              <p:cNvSpPr txBox="1">
                <a:spLocks noRot="1" noChangeAspect="1" noMove="1" noResize="1" noEditPoints="1" noAdjustHandles="1" noChangeArrowheads="1" noChangeShapeType="1" noTextEdit="1"/>
              </p:cNvSpPr>
              <p:nvPr/>
            </p:nvSpPr>
            <p:spPr>
              <a:xfrm>
                <a:off x="3016925" y="5664801"/>
                <a:ext cx="1193660" cy="932948"/>
              </a:xfrm>
              <a:prstGeom prst="rect">
                <a:avLst/>
              </a:prstGeom>
              <a:blipFill>
                <a:blip r:embed="rId6"/>
                <a:stretch>
                  <a:fillRect l="-2105" r="-2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9875BD3-2993-2C45-B996-094F35EBD010}"/>
                  </a:ext>
                </a:extLst>
              </p:cNvPr>
              <p:cNvSpPr txBox="1"/>
              <p:nvPr/>
            </p:nvSpPr>
            <p:spPr>
              <a:xfrm>
                <a:off x="4660910" y="5807633"/>
                <a:ext cx="1030988" cy="68903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69875BD3-2993-2C45-B996-094F35EBD010}"/>
                  </a:ext>
                </a:extLst>
              </p:cNvPr>
              <p:cNvSpPr txBox="1">
                <a:spLocks noRot="1" noChangeAspect="1" noMove="1" noResize="1" noEditPoints="1" noAdjustHandles="1" noChangeArrowheads="1" noChangeShapeType="1" noTextEdit="1"/>
              </p:cNvSpPr>
              <p:nvPr/>
            </p:nvSpPr>
            <p:spPr>
              <a:xfrm>
                <a:off x="4660910" y="5807633"/>
                <a:ext cx="1030988" cy="689035"/>
              </a:xfrm>
              <a:prstGeom prst="rect">
                <a:avLst/>
              </a:prstGeom>
              <a:blipFill>
                <a:blip r:embed="rId7"/>
                <a:stretch>
                  <a:fillRect l="-2439" r="-6098" b="-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237B201-88E7-214D-A902-D649098F5D4E}"/>
                  </a:ext>
                </a:extLst>
              </p:cNvPr>
              <p:cNvSpPr txBox="1"/>
              <p:nvPr/>
            </p:nvSpPr>
            <p:spPr>
              <a:xfrm>
                <a:off x="5913681" y="5786757"/>
                <a:ext cx="1030988" cy="689035"/>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4237B201-88E7-214D-A902-D649098F5D4E}"/>
                  </a:ext>
                </a:extLst>
              </p:cNvPr>
              <p:cNvSpPr txBox="1">
                <a:spLocks noRot="1" noChangeAspect="1" noMove="1" noResize="1" noEditPoints="1" noAdjustHandles="1" noChangeArrowheads="1" noChangeShapeType="1" noTextEdit="1"/>
              </p:cNvSpPr>
              <p:nvPr/>
            </p:nvSpPr>
            <p:spPr>
              <a:xfrm>
                <a:off x="5913681" y="5786757"/>
                <a:ext cx="1030988" cy="689035"/>
              </a:xfrm>
              <a:prstGeom prst="rect">
                <a:avLst/>
              </a:prstGeom>
              <a:blipFill>
                <a:blip r:embed="rId8"/>
                <a:stretch>
                  <a:fillRect l="-1220" r="-6098" b="-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97A73A9-4E54-4147-8F32-2EF8BDD62D8C}"/>
                  </a:ext>
                </a:extLst>
              </p:cNvPr>
              <p:cNvSpPr txBox="1"/>
              <p:nvPr/>
            </p:nvSpPr>
            <p:spPr>
              <a:xfrm>
                <a:off x="7166452" y="5769240"/>
                <a:ext cx="1030987" cy="71756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46" name="TextBox 45">
                <a:extLst>
                  <a:ext uri="{FF2B5EF4-FFF2-40B4-BE49-F238E27FC236}">
                    <a16:creationId xmlns:a16="http://schemas.microsoft.com/office/drawing/2014/main" id="{F97A73A9-4E54-4147-8F32-2EF8BDD62D8C}"/>
                  </a:ext>
                </a:extLst>
              </p:cNvPr>
              <p:cNvSpPr txBox="1">
                <a:spLocks noRot="1" noChangeAspect="1" noMove="1" noResize="1" noEditPoints="1" noAdjustHandles="1" noChangeArrowheads="1" noChangeShapeType="1" noTextEdit="1"/>
              </p:cNvSpPr>
              <p:nvPr/>
            </p:nvSpPr>
            <p:spPr>
              <a:xfrm>
                <a:off x="7166452" y="5769240"/>
                <a:ext cx="1030987" cy="717569"/>
              </a:xfrm>
              <a:prstGeom prst="rect">
                <a:avLst/>
              </a:prstGeom>
              <a:blipFill>
                <a:blip r:embed="rId9"/>
                <a:stretch>
                  <a:fillRect l="-1220" r="-6098" b="-14035"/>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74810945-C504-9B4D-8420-73939E280C01}"/>
              </a:ext>
            </a:extLst>
          </p:cNvPr>
          <p:cNvSpPr txBox="1"/>
          <p:nvPr/>
        </p:nvSpPr>
        <p:spPr>
          <a:xfrm>
            <a:off x="8678502" y="5159708"/>
            <a:ext cx="2605200" cy="1013291"/>
          </a:xfrm>
          <a:prstGeom prst="rect">
            <a:avLst/>
          </a:prstGeom>
          <a:solidFill>
            <a:srgbClr val="FFFF00"/>
          </a:solidFill>
          <a:ln w="38100">
            <a:solidFill>
              <a:srgbClr val="C00000"/>
            </a:solidFill>
          </a:ln>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NOTE</a:t>
            </a:r>
          </a:p>
          <a:p>
            <a:pPr algn="l">
              <a:lnSpc>
                <a:spcPct val="114000"/>
              </a:lnSpc>
            </a:pPr>
            <a:r>
              <a:rPr lang="en-US" dirty="0">
                <a:latin typeface="Arial" panose="020B0604020202020204" pitchFamily="34" charset="0"/>
                <a:cs typeface="Arial" panose="020B0604020202020204" pitchFamily="34" charset="0"/>
              </a:rPr>
              <a:t>if bedforms are present,</a:t>
            </a:r>
          </a:p>
          <a:p>
            <a:pPr algn="l">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fs</a:t>
            </a:r>
            <a:r>
              <a:rPr lang="en-US" dirty="0">
                <a:latin typeface="Arial" panose="020B0604020202020204" pitchFamily="34" charset="0"/>
                <a:cs typeface="Arial" panose="020B0604020202020204" pitchFamily="34" charset="0"/>
              </a:rPr>
              <a:t> &lt; C</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and H</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&lt; H</a:t>
            </a:r>
          </a:p>
        </p:txBody>
      </p:sp>
    </p:spTree>
    <p:extLst>
      <p:ext uri="{BB962C8B-B14F-4D97-AF65-F5344CB8AC3E}">
        <p14:creationId xmlns:p14="http://schemas.microsoft.com/office/powerpoint/2010/main" val="375604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046E1-B568-3487-13CF-20621C68DA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4D171C-75AD-060F-175C-A0579F051F60}"/>
              </a:ext>
            </a:extLst>
          </p:cNvPr>
          <p:cNvSpPr txBox="1"/>
          <p:nvPr/>
        </p:nvSpPr>
        <p:spPr>
          <a:xfrm>
            <a:off x="1007102" y="136525"/>
            <a:ext cx="10177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Einstein decomposition calculation procedure</a:t>
            </a:r>
          </a:p>
        </p:txBody>
      </p:sp>
      <p:sp>
        <p:nvSpPr>
          <p:cNvPr id="5" name="Slide Number Placeholder 4">
            <a:extLst>
              <a:ext uri="{FF2B5EF4-FFF2-40B4-BE49-F238E27FC236}">
                <a16:creationId xmlns:a16="http://schemas.microsoft.com/office/drawing/2014/main" id="{B8600908-60D1-59E8-D657-0FA555D5748C}"/>
              </a:ext>
            </a:extLst>
          </p:cNvPr>
          <p:cNvSpPr>
            <a:spLocks noGrp="1"/>
          </p:cNvSpPr>
          <p:nvPr>
            <p:ph type="sldNum" sz="quarter" idx="12"/>
          </p:nvPr>
        </p:nvSpPr>
        <p:spPr/>
        <p:txBody>
          <a:bodyPr/>
          <a:lstStyle/>
          <a:p>
            <a:fld id="{4A4F8EDE-F60B-401C-9000-D80EB40E4DA9}" type="slidenum">
              <a:rPr lang="en-US" smtClean="0"/>
              <a:t>37</a:t>
            </a:fld>
            <a:endParaRPr lang="en-US" dirty="0"/>
          </a:p>
        </p:txBody>
      </p:sp>
      <mc:AlternateContent xmlns:mc="http://schemas.openxmlformats.org/markup-compatibility/2006">
        <mc:Choice xmlns:a14="http://schemas.microsoft.com/office/drawing/2010/main" Requires="a14">
          <p:sp>
            <p:nvSpPr>
              <p:cNvPr id="32" name="Rectangle: Rounded Corners 31">
                <a:extLst>
                  <a:ext uri="{FF2B5EF4-FFF2-40B4-BE49-F238E27FC236}">
                    <a16:creationId xmlns:a16="http://schemas.microsoft.com/office/drawing/2014/main" id="{9AC946A4-7F95-1FD2-F5AC-2FF684B4F6B9}"/>
                  </a:ext>
                </a:extLst>
              </p:cNvPr>
              <p:cNvSpPr/>
              <p:nvPr/>
            </p:nvSpPr>
            <p:spPr>
              <a:xfrm>
                <a:off x="527250" y="1215466"/>
                <a:ext cx="3017061" cy="1197619"/>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rPr>
                  <a:t>Compute the grain roughness height</a:t>
                </a:r>
              </a:p>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lumMod val="50000"/>
                                </a:schemeClr>
                              </a:solidFill>
                              <a:latin typeface="Cambria Math" panose="02040503050406030204" pitchFamily="18" charset="0"/>
                            </a:rPr>
                          </m:ctrlPr>
                        </m:sSubPr>
                        <m:e>
                          <m:r>
                            <a:rPr lang="en-US" b="0" i="1" smtClean="0">
                              <a:solidFill>
                                <a:schemeClr val="accent1">
                                  <a:lumMod val="50000"/>
                                </a:schemeClr>
                              </a:solidFill>
                              <a:latin typeface="Cambria Math" panose="02040503050406030204" pitchFamily="18" charset="0"/>
                            </a:rPr>
                            <m:t>𝑘</m:t>
                          </m:r>
                        </m:e>
                        <m:sub>
                          <m:r>
                            <a:rPr lang="en-US" b="0" i="1" smtClean="0">
                              <a:solidFill>
                                <a:schemeClr val="accent1">
                                  <a:lumMod val="50000"/>
                                </a:schemeClr>
                              </a:solidFill>
                              <a:latin typeface="Cambria Math" panose="02040503050406030204" pitchFamily="18" charset="0"/>
                            </a:rPr>
                            <m:t>𝑠</m:t>
                          </m:r>
                        </m:sub>
                      </m:sSub>
                      <m:r>
                        <a:rPr lang="en-US" b="0" i="1" smtClean="0">
                          <a:solidFill>
                            <a:schemeClr val="accent1">
                              <a:lumMod val="50000"/>
                            </a:schemeClr>
                          </a:solidFill>
                          <a:latin typeface="Cambria Math" panose="02040503050406030204" pitchFamily="18" charset="0"/>
                        </a:rPr>
                        <m:t>=</m:t>
                      </m:r>
                      <m:sSub>
                        <m:sSubPr>
                          <m:ctrlPr>
                            <a:rPr lang="en-US" b="0" i="1" smtClean="0">
                              <a:solidFill>
                                <a:schemeClr val="accent1">
                                  <a:lumMod val="50000"/>
                                </a:schemeClr>
                              </a:solidFill>
                              <a:latin typeface="Cambria Math" panose="02040503050406030204" pitchFamily="18" charset="0"/>
                            </a:rPr>
                          </m:ctrlPr>
                        </m:sSubPr>
                        <m:e>
                          <m:r>
                            <a:rPr lang="en-US" b="0" i="1" smtClean="0">
                              <a:solidFill>
                                <a:schemeClr val="accent1">
                                  <a:lumMod val="50000"/>
                                </a:schemeClr>
                              </a:solidFill>
                              <a:latin typeface="Cambria Math" panose="02040503050406030204" pitchFamily="18" charset="0"/>
                            </a:rPr>
                            <m:t>𝑛</m:t>
                          </m:r>
                        </m:e>
                        <m:sub>
                          <m:r>
                            <a:rPr lang="en-US" b="0" i="1" smtClean="0">
                              <a:solidFill>
                                <a:schemeClr val="accent1">
                                  <a:lumMod val="50000"/>
                                </a:schemeClr>
                              </a:solidFill>
                              <a:latin typeface="Cambria Math" panose="02040503050406030204" pitchFamily="18" charset="0"/>
                            </a:rPr>
                            <m:t>𝑘</m:t>
                          </m:r>
                        </m:sub>
                      </m:sSub>
                      <m:sSub>
                        <m:sSubPr>
                          <m:ctrlPr>
                            <a:rPr lang="en-US" b="0" i="1" smtClean="0">
                              <a:solidFill>
                                <a:schemeClr val="accent1">
                                  <a:lumMod val="50000"/>
                                </a:schemeClr>
                              </a:solidFill>
                              <a:latin typeface="Cambria Math" panose="02040503050406030204" pitchFamily="18" charset="0"/>
                            </a:rPr>
                          </m:ctrlPr>
                        </m:sSubPr>
                        <m:e>
                          <m:r>
                            <a:rPr lang="en-US" b="0" i="1" smtClean="0">
                              <a:solidFill>
                                <a:schemeClr val="accent1">
                                  <a:lumMod val="50000"/>
                                </a:schemeClr>
                              </a:solidFill>
                              <a:latin typeface="Cambria Math" panose="02040503050406030204" pitchFamily="18" charset="0"/>
                            </a:rPr>
                            <m:t>𝐷</m:t>
                          </m:r>
                        </m:e>
                        <m:sub>
                          <m:r>
                            <a:rPr lang="en-US" b="0" i="1" smtClean="0">
                              <a:solidFill>
                                <a:schemeClr val="accent1">
                                  <a:lumMod val="50000"/>
                                </a:schemeClr>
                              </a:solidFill>
                              <a:latin typeface="Cambria Math" panose="02040503050406030204" pitchFamily="18" charset="0"/>
                            </a:rPr>
                            <m:t>𝑠</m:t>
                          </m:r>
                          <m:r>
                            <a:rPr lang="en-US" b="0" i="1" smtClean="0">
                              <a:solidFill>
                                <a:schemeClr val="accent1">
                                  <a:lumMod val="50000"/>
                                </a:schemeClr>
                              </a:solidFill>
                              <a:latin typeface="Cambria Math" panose="02040503050406030204" pitchFamily="18" charset="0"/>
                            </a:rPr>
                            <m:t>90</m:t>
                          </m:r>
                        </m:sub>
                      </m:sSub>
                    </m:oMath>
                  </m:oMathPara>
                </a14:m>
                <a:endParaRPr lang="en-US" dirty="0">
                  <a:solidFill>
                    <a:schemeClr val="accent6">
                      <a:lumMod val="50000"/>
                    </a:schemeClr>
                  </a:solidFill>
                </a:endParaRPr>
              </a:p>
              <a:p>
                <a:pPr algn="ctr"/>
                <a:endParaRPr lang="en-US" dirty="0">
                  <a:solidFill>
                    <a:schemeClr val="accent6">
                      <a:lumMod val="50000"/>
                    </a:schemeClr>
                  </a:solidFill>
                </a:endParaRPr>
              </a:p>
            </p:txBody>
          </p:sp>
        </mc:Choice>
        <mc:Fallback>
          <p:sp>
            <p:nvSpPr>
              <p:cNvPr id="32" name="Rectangle: Rounded Corners 31">
                <a:extLst>
                  <a:ext uri="{FF2B5EF4-FFF2-40B4-BE49-F238E27FC236}">
                    <a16:creationId xmlns:a16="http://schemas.microsoft.com/office/drawing/2014/main" id="{9AC946A4-7F95-1FD2-F5AC-2FF684B4F6B9}"/>
                  </a:ext>
                </a:extLst>
              </p:cNvPr>
              <p:cNvSpPr>
                <a:spLocks noRot="1" noChangeAspect="1" noMove="1" noResize="1" noEditPoints="1" noAdjustHandles="1" noChangeArrowheads="1" noChangeShapeType="1" noTextEdit="1"/>
              </p:cNvSpPr>
              <p:nvPr/>
            </p:nvSpPr>
            <p:spPr>
              <a:xfrm>
                <a:off x="527250" y="1215466"/>
                <a:ext cx="3017061" cy="1197619"/>
              </a:xfrm>
              <a:prstGeom prst="roundRect">
                <a:avLst/>
              </a:prstGeom>
              <a:blipFill>
                <a:blip r:embed="rId2"/>
                <a:stretch>
                  <a:fillRect t="-1000"/>
                </a:stretch>
              </a:blipFill>
              <a:ln>
                <a:solidFill>
                  <a:schemeClr val="accent1">
                    <a:lumMod val="50000"/>
                  </a:schemeClr>
                </a:solidFill>
              </a:ln>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732FC3B9-2F21-ECB5-6899-33AAE1B9130A}"/>
              </a:ext>
            </a:extLst>
          </p:cNvPr>
          <p:cNvCxnSpPr>
            <a:stCxn id="32" idx="3"/>
          </p:cNvCxnSpPr>
          <p:nvPr/>
        </p:nvCxnSpPr>
        <p:spPr>
          <a:xfrm>
            <a:off x="3544311" y="1814276"/>
            <a:ext cx="1149070" cy="6432"/>
          </a:xfrm>
          <a:prstGeom prst="straightConnector1">
            <a:avLst/>
          </a:prstGeom>
          <a:ln w="19050">
            <a:solidFill>
              <a:schemeClr val="accent1">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8" name="Rectangle: Rounded Corners 7">
                <a:extLst>
                  <a:ext uri="{FF2B5EF4-FFF2-40B4-BE49-F238E27FC236}">
                    <a16:creationId xmlns:a16="http://schemas.microsoft.com/office/drawing/2014/main" id="{2614AC49-1497-4BEA-35E8-91199532CEA1}"/>
                  </a:ext>
                </a:extLst>
              </p:cNvPr>
              <p:cNvSpPr/>
              <p:nvPr/>
            </p:nvSpPr>
            <p:spPr>
              <a:xfrm>
                <a:off x="4693381" y="1221898"/>
                <a:ext cx="6660419" cy="2207102"/>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rPr>
                  <a:t>Determine the </a:t>
                </a:r>
                <a:r>
                  <a:rPr lang="en-US" dirty="0" err="1">
                    <a:solidFill>
                      <a:schemeClr val="accent1">
                        <a:lumMod val="50000"/>
                      </a:schemeClr>
                    </a:solidFill>
                  </a:rPr>
                  <a:t>Chezy</a:t>
                </a:r>
                <a:r>
                  <a:rPr lang="en-US" dirty="0">
                    <a:solidFill>
                      <a:schemeClr val="accent1">
                        <a:lumMod val="50000"/>
                      </a:schemeClr>
                    </a:solidFill>
                  </a:rPr>
                  <a:t> coefficient for the bed region </a:t>
                </a:r>
                <a14:m>
                  <m:oMath xmlns:m="http://schemas.openxmlformats.org/officeDocument/2006/math">
                    <m:r>
                      <a:rPr lang="en-US" i="1">
                        <a:solidFill>
                          <a:schemeClr val="accent1">
                            <a:lumMod val="50000"/>
                          </a:schemeClr>
                        </a:solidFill>
                        <a:latin typeface="Cambria Math" panose="02040503050406030204" pitchFamily="18" charset="0"/>
                      </a:rPr>
                      <m:t>𝐶</m:t>
                    </m:r>
                    <m:sSub>
                      <m:sSubPr>
                        <m:ctrlPr>
                          <a:rPr lang="en-US" i="1">
                            <a:solidFill>
                              <a:schemeClr val="accent1">
                                <a:lumMod val="50000"/>
                              </a:schemeClr>
                            </a:solidFill>
                            <a:latin typeface="Cambria Math" panose="02040503050406030204" pitchFamily="18" charset="0"/>
                          </a:rPr>
                        </m:ctrlPr>
                      </m:sSubPr>
                      <m:e>
                        <m:r>
                          <a:rPr lang="en-US" i="1">
                            <a:solidFill>
                              <a:schemeClr val="accent1">
                                <a:lumMod val="50000"/>
                              </a:schemeClr>
                            </a:solidFill>
                            <a:latin typeface="Cambria Math" panose="02040503050406030204" pitchFamily="18" charset="0"/>
                          </a:rPr>
                          <m:t>𝑧</m:t>
                        </m:r>
                      </m:e>
                      <m:sub>
                        <m:r>
                          <a:rPr lang="en-US" i="1">
                            <a:solidFill>
                              <a:schemeClr val="accent1">
                                <a:lumMod val="50000"/>
                              </a:schemeClr>
                            </a:solidFill>
                            <a:latin typeface="Cambria Math" panose="02040503050406030204" pitchFamily="18" charset="0"/>
                          </a:rPr>
                          <m:t>𝑏𝑠</m:t>
                        </m:r>
                      </m:sub>
                    </m:sSub>
                  </m:oMath>
                </a14:m>
                <a:r>
                  <a:rPr lang="en-US" dirty="0">
                    <a:solidFill>
                      <a:schemeClr val="accent1">
                        <a:lumMod val="50000"/>
                      </a:schemeClr>
                    </a:solidFill>
                  </a:rPr>
                  <a:t> and the hydraulic radius for the bed region </a:t>
                </a:r>
                <a14:m>
                  <m:oMath xmlns:m="http://schemas.openxmlformats.org/officeDocument/2006/math">
                    <m:sSub>
                      <m:sSubPr>
                        <m:ctrlPr>
                          <a:rPr lang="en-US" i="1">
                            <a:solidFill>
                              <a:schemeClr val="accent1">
                                <a:lumMod val="50000"/>
                              </a:schemeClr>
                            </a:solidFill>
                            <a:latin typeface="Cambria Math" panose="02040503050406030204" pitchFamily="18" charset="0"/>
                          </a:rPr>
                        </m:ctrlPr>
                      </m:sSubPr>
                      <m:e>
                        <m:r>
                          <a:rPr lang="en-US" i="1">
                            <a:solidFill>
                              <a:schemeClr val="accent1">
                                <a:lumMod val="50000"/>
                              </a:schemeClr>
                            </a:solidFill>
                            <a:latin typeface="Cambria Math" panose="02040503050406030204" pitchFamily="18" charset="0"/>
                          </a:rPr>
                          <m:t>𝑟</m:t>
                        </m:r>
                      </m:e>
                      <m:sub>
                        <m:r>
                          <a:rPr lang="en-US" i="1">
                            <a:solidFill>
                              <a:schemeClr val="accent1">
                                <a:lumMod val="50000"/>
                              </a:schemeClr>
                            </a:solidFill>
                            <a:latin typeface="Cambria Math" panose="02040503050406030204" pitchFamily="18" charset="0"/>
                          </a:rPr>
                          <m:t>𝑏𝑠</m:t>
                        </m:r>
                      </m:sub>
                    </m:sSub>
                  </m:oMath>
                </a14:m>
                <a:r>
                  <a:rPr lang="en-US" dirty="0">
                    <a:solidFill>
                      <a:schemeClr val="accent1">
                        <a:lumMod val="50000"/>
                      </a:schemeClr>
                    </a:solidFill>
                  </a:rPr>
                  <a:t> associated with skin friction from the </a:t>
                </a:r>
                <a:r>
                  <a:rPr lang="en-US" dirty="0" err="1">
                    <a:solidFill>
                      <a:schemeClr val="accent1">
                        <a:lumMod val="50000"/>
                      </a:schemeClr>
                    </a:solidFill>
                  </a:rPr>
                  <a:t>Keulegan</a:t>
                </a:r>
                <a:r>
                  <a:rPr lang="en-US" dirty="0">
                    <a:solidFill>
                      <a:schemeClr val="accent1">
                        <a:lumMod val="50000"/>
                      </a:schemeClr>
                    </a:solidFill>
                  </a:rPr>
                  <a:t> and the momentum balance equations </a:t>
                </a:r>
              </a:p>
              <a:p>
                <a:pPr algn="ctr"/>
                <a:endParaRPr lang="en-US" dirty="0">
                  <a:solidFill>
                    <a:schemeClr val="accent1">
                      <a:lumMod val="50000"/>
                    </a:schemeClr>
                  </a:solidFill>
                </a:endParaRPr>
              </a:p>
              <a:p>
                <a:pPr algn="ctr"/>
                <a14:m>
                  <m:oMath xmlns:m="http://schemas.openxmlformats.org/officeDocument/2006/math">
                    <m:r>
                      <a:rPr lang="en-US" sz="2000" b="0" i="1" smtClean="0">
                        <a:solidFill>
                          <a:schemeClr val="accent1">
                            <a:lumMod val="50000"/>
                          </a:schemeClr>
                        </a:solidFill>
                        <a:latin typeface="Cambria Math" panose="02040503050406030204" pitchFamily="18" charset="0"/>
                      </a:rPr>
                      <m:t>𝐶</m:t>
                    </m:r>
                    <m:sSub>
                      <m:sSubPr>
                        <m:ctrlPr>
                          <a:rPr lang="en-US" sz="2000" b="0" i="1" smtClean="0">
                            <a:solidFill>
                              <a:schemeClr val="accent1">
                                <a:lumMod val="50000"/>
                              </a:schemeClr>
                            </a:solidFill>
                            <a:latin typeface="Cambria Math" panose="02040503050406030204" pitchFamily="18" charset="0"/>
                          </a:rPr>
                        </m:ctrlPr>
                      </m:sSubPr>
                      <m:e>
                        <m:r>
                          <a:rPr lang="en-US" sz="2000" b="0" i="1" smtClean="0">
                            <a:solidFill>
                              <a:schemeClr val="accent1">
                                <a:lumMod val="50000"/>
                              </a:schemeClr>
                            </a:solidFill>
                            <a:latin typeface="Cambria Math" panose="02040503050406030204" pitchFamily="18" charset="0"/>
                          </a:rPr>
                          <m:t>𝑧</m:t>
                        </m:r>
                      </m:e>
                      <m:sub>
                        <m:r>
                          <a:rPr lang="en-US" sz="2000" b="0" i="1" smtClean="0">
                            <a:solidFill>
                              <a:schemeClr val="accent1">
                                <a:lumMod val="50000"/>
                              </a:schemeClr>
                            </a:solidFill>
                            <a:latin typeface="Cambria Math" panose="02040503050406030204" pitchFamily="18" charset="0"/>
                          </a:rPr>
                          <m:t>𝑏𝑠</m:t>
                        </m:r>
                      </m:sub>
                    </m:sSub>
                    <m:r>
                      <a:rPr lang="en-US" sz="2000" b="0" i="1" smtClean="0">
                        <a:solidFill>
                          <a:schemeClr val="accent1">
                            <a:lumMod val="50000"/>
                          </a:schemeClr>
                        </a:solidFill>
                        <a:latin typeface="Cambria Math" panose="02040503050406030204" pitchFamily="18" charset="0"/>
                      </a:rPr>
                      <m:t>=2.5</m:t>
                    </m:r>
                    <m:r>
                      <a:rPr lang="en-US" sz="2000" b="0" i="1" smtClean="0">
                        <a:solidFill>
                          <a:schemeClr val="accent1">
                            <a:lumMod val="50000"/>
                          </a:schemeClr>
                        </a:solidFill>
                        <a:latin typeface="Cambria Math" panose="02040503050406030204" pitchFamily="18" charset="0"/>
                      </a:rPr>
                      <m:t>𝑙𝑛</m:t>
                    </m:r>
                    <m:d>
                      <m:dPr>
                        <m:ctrlPr>
                          <a:rPr lang="en-US" sz="2000" b="0" i="1" smtClean="0">
                            <a:solidFill>
                              <a:schemeClr val="accent1">
                                <a:lumMod val="50000"/>
                              </a:schemeClr>
                            </a:solidFill>
                            <a:latin typeface="Cambria Math" panose="02040503050406030204" pitchFamily="18" charset="0"/>
                          </a:rPr>
                        </m:ctrlPr>
                      </m:dPr>
                      <m:e>
                        <m:r>
                          <a:rPr lang="en-US" sz="2000" b="0" i="1" smtClean="0">
                            <a:solidFill>
                              <a:schemeClr val="accent1">
                                <a:lumMod val="50000"/>
                              </a:schemeClr>
                            </a:solidFill>
                            <a:latin typeface="Cambria Math" panose="02040503050406030204" pitchFamily="18" charset="0"/>
                          </a:rPr>
                          <m:t>11</m:t>
                        </m:r>
                        <m:f>
                          <m:fPr>
                            <m:ctrlPr>
                              <a:rPr lang="en-US" sz="2000" b="0" i="1" smtClean="0">
                                <a:solidFill>
                                  <a:schemeClr val="accent1">
                                    <a:lumMod val="50000"/>
                                  </a:schemeClr>
                                </a:solidFill>
                                <a:latin typeface="Cambria Math" panose="02040503050406030204" pitchFamily="18" charset="0"/>
                              </a:rPr>
                            </m:ctrlPr>
                          </m:fPr>
                          <m:num>
                            <m:sSub>
                              <m:sSubPr>
                                <m:ctrlPr>
                                  <a:rPr lang="en-US" sz="2000" b="0" i="1" smtClean="0">
                                    <a:solidFill>
                                      <a:schemeClr val="accent1">
                                        <a:lumMod val="50000"/>
                                      </a:schemeClr>
                                    </a:solidFill>
                                    <a:latin typeface="Cambria Math" panose="02040503050406030204" pitchFamily="18" charset="0"/>
                                  </a:rPr>
                                </m:ctrlPr>
                              </m:sSubPr>
                              <m:e>
                                <m:r>
                                  <a:rPr lang="en-US" sz="2000" b="0" i="1" smtClean="0">
                                    <a:solidFill>
                                      <a:schemeClr val="accent1">
                                        <a:lumMod val="50000"/>
                                      </a:schemeClr>
                                    </a:solidFill>
                                    <a:latin typeface="Cambria Math" panose="02040503050406030204" pitchFamily="18" charset="0"/>
                                  </a:rPr>
                                  <m:t>𝑟</m:t>
                                </m:r>
                              </m:e>
                              <m:sub>
                                <m:r>
                                  <a:rPr lang="en-US" sz="2000" b="0" i="1" smtClean="0">
                                    <a:solidFill>
                                      <a:schemeClr val="accent1">
                                        <a:lumMod val="50000"/>
                                      </a:schemeClr>
                                    </a:solidFill>
                                    <a:latin typeface="Cambria Math" panose="02040503050406030204" pitchFamily="18" charset="0"/>
                                  </a:rPr>
                                  <m:t>𝑏𝑠</m:t>
                                </m:r>
                              </m:sub>
                            </m:sSub>
                          </m:num>
                          <m:den>
                            <m:sSub>
                              <m:sSubPr>
                                <m:ctrlPr>
                                  <a:rPr lang="en-US" sz="2000" b="0" i="1" smtClean="0">
                                    <a:solidFill>
                                      <a:schemeClr val="accent1">
                                        <a:lumMod val="50000"/>
                                      </a:schemeClr>
                                    </a:solidFill>
                                    <a:latin typeface="Cambria Math" panose="02040503050406030204" pitchFamily="18" charset="0"/>
                                  </a:rPr>
                                </m:ctrlPr>
                              </m:sSubPr>
                              <m:e>
                                <m:r>
                                  <a:rPr lang="en-US" sz="2000" b="0" i="1" smtClean="0">
                                    <a:solidFill>
                                      <a:schemeClr val="accent1">
                                        <a:lumMod val="50000"/>
                                      </a:schemeClr>
                                    </a:solidFill>
                                    <a:latin typeface="Cambria Math" panose="02040503050406030204" pitchFamily="18" charset="0"/>
                                  </a:rPr>
                                  <m:t>𝑘</m:t>
                                </m:r>
                              </m:e>
                              <m:sub>
                                <m:r>
                                  <a:rPr lang="en-US" sz="2000" b="0" i="1" smtClean="0">
                                    <a:solidFill>
                                      <a:schemeClr val="accent1">
                                        <a:lumMod val="50000"/>
                                      </a:schemeClr>
                                    </a:solidFill>
                                    <a:latin typeface="Cambria Math" panose="02040503050406030204" pitchFamily="18" charset="0"/>
                                  </a:rPr>
                                  <m:t>𝑠</m:t>
                                </m:r>
                              </m:sub>
                            </m:sSub>
                          </m:den>
                        </m:f>
                      </m:e>
                    </m:d>
                  </m:oMath>
                </a14:m>
                <a:r>
                  <a:rPr lang="en-US" sz="2000" dirty="0">
                    <a:solidFill>
                      <a:schemeClr val="accent1">
                        <a:lumMod val="50000"/>
                      </a:schemeClr>
                    </a:solidFill>
                  </a:rPr>
                  <a:t>	</a:t>
                </a:r>
                <a14:m>
                  <m:oMath xmlns:m="http://schemas.openxmlformats.org/officeDocument/2006/math">
                    <m:sSub>
                      <m:sSubPr>
                        <m:ctrlPr>
                          <a:rPr lang="en-US" sz="2000" b="0" i="1" smtClean="0">
                            <a:solidFill>
                              <a:schemeClr val="accent1">
                                <a:lumMod val="50000"/>
                              </a:schemeClr>
                            </a:solidFill>
                            <a:latin typeface="Cambria Math" panose="02040503050406030204" pitchFamily="18" charset="0"/>
                          </a:rPr>
                        </m:ctrlPr>
                      </m:sSubPr>
                      <m:e>
                        <m:r>
                          <a:rPr lang="en-US" sz="2000" b="0" i="1" smtClean="0">
                            <a:solidFill>
                              <a:schemeClr val="accent1">
                                <a:lumMod val="50000"/>
                              </a:schemeClr>
                            </a:solidFill>
                            <a:latin typeface="Cambria Math" panose="02040503050406030204" pitchFamily="18" charset="0"/>
                          </a:rPr>
                          <m:t>𝑟</m:t>
                        </m:r>
                      </m:e>
                      <m:sub>
                        <m:r>
                          <a:rPr lang="en-US" sz="2000" b="0" i="1" smtClean="0">
                            <a:solidFill>
                              <a:schemeClr val="accent1">
                                <a:lumMod val="50000"/>
                              </a:schemeClr>
                            </a:solidFill>
                            <a:latin typeface="Cambria Math" panose="02040503050406030204" pitchFamily="18" charset="0"/>
                          </a:rPr>
                          <m:t>𝑏𝑠</m:t>
                        </m:r>
                      </m:sub>
                    </m:sSub>
                    <m:r>
                      <a:rPr lang="en-US" sz="2000" b="0" i="1" smtClean="0">
                        <a:solidFill>
                          <a:schemeClr val="accent1">
                            <a:lumMod val="50000"/>
                          </a:schemeClr>
                        </a:solidFill>
                        <a:latin typeface="Cambria Math" panose="02040503050406030204" pitchFamily="18" charset="0"/>
                      </a:rPr>
                      <m:t>=</m:t>
                    </m:r>
                    <m:f>
                      <m:fPr>
                        <m:ctrlPr>
                          <a:rPr lang="en-US" sz="2000" b="0" i="1" smtClean="0">
                            <a:solidFill>
                              <a:schemeClr val="accent1">
                                <a:lumMod val="50000"/>
                              </a:schemeClr>
                            </a:solidFill>
                            <a:latin typeface="Cambria Math" panose="02040503050406030204" pitchFamily="18" charset="0"/>
                          </a:rPr>
                        </m:ctrlPr>
                      </m:fPr>
                      <m:num>
                        <m:r>
                          <a:rPr lang="en-US" sz="2000" b="0" i="1" smtClean="0">
                            <a:solidFill>
                              <a:schemeClr val="accent1">
                                <a:lumMod val="50000"/>
                              </a:schemeClr>
                            </a:solidFill>
                            <a:latin typeface="Cambria Math" panose="02040503050406030204" pitchFamily="18" charset="0"/>
                          </a:rPr>
                          <m:t>1</m:t>
                        </m:r>
                      </m:num>
                      <m:den>
                        <m:r>
                          <a:rPr lang="en-US" sz="2000" b="0" i="1" smtClean="0">
                            <a:solidFill>
                              <a:schemeClr val="accent1">
                                <a:lumMod val="50000"/>
                              </a:schemeClr>
                            </a:solidFill>
                            <a:latin typeface="Cambria Math" panose="02040503050406030204" pitchFamily="18" charset="0"/>
                          </a:rPr>
                          <m:t>𝑔𝑆</m:t>
                        </m:r>
                      </m:den>
                    </m:f>
                    <m:sSup>
                      <m:sSupPr>
                        <m:ctrlPr>
                          <a:rPr lang="en-US" sz="2000" b="0" i="1" smtClean="0">
                            <a:solidFill>
                              <a:schemeClr val="accent1">
                                <a:lumMod val="50000"/>
                              </a:schemeClr>
                            </a:solidFill>
                            <a:latin typeface="Cambria Math" panose="02040503050406030204" pitchFamily="18" charset="0"/>
                          </a:rPr>
                        </m:ctrlPr>
                      </m:sSupPr>
                      <m:e>
                        <m:d>
                          <m:dPr>
                            <m:ctrlPr>
                              <a:rPr lang="en-US" sz="2000" b="0" i="1" smtClean="0">
                                <a:solidFill>
                                  <a:schemeClr val="accent1">
                                    <a:lumMod val="50000"/>
                                  </a:schemeClr>
                                </a:solidFill>
                                <a:latin typeface="Cambria Math" panose="02040503050406030204" pitchFamily="18" charset="0"/>
                              </a:rPr>
                            </m:ctrlPr>
                          </m:dPr>
                          <m:e>
                            <m:f>
                              <m:fPr>
                                <m:ctrlPr>
                                  <a:rPr lang="en-US" sz="2000" b="0" i="1" smtClean="0">
                                    <a:solidFill>
                                      <a:schemeClr val="accent1">
                                        <a:lumMod val="50000"/>
                                      </a:schemeClr>
                                    </a:solidFill>
                                    <a:latin typeface="Cambria Math" panose="02040503050406030204" pitchFamily="18" charset="0"/>
                                  </a:rPr>
                                </m:ctrlPr>
                              </m:fPr>
                              <m:num>
                                <m:r>
                                  <a:rPr lang="en-US" sz="2000" b="0" i="1" smtClean="0">
                                    <a:solidFill>
                                      <a:schemeClr val="accent1">
                                        <a:lumMod val="50000"/>
                                      </a:schemeClr>
                                    </a:solidFill>
                                    <a:latin typeface="Cambria Math" panose="02040503050406030204" pitchFamily="18" charset="0"/>
                                  </a:rPr>
                                  <m:t>𝑈</m:t>
                                </m:r>
                              </m:num>
                              <m:den>
                                <m:r>
                                  <a:rPr lang="en-US" sz="2000" b="0" i="1" smtClean="0">
                                    <a:solidFill>
                                      <a:schemeClr val="accent1">
                                        <a:lumMod val="50000"/>
                                      </a:schemeClr>
                                    </a:solidFill>
                                    <a:latin typeface="Cambria Math" panose="02040503050406030204" pitchFamily="18" charset="0"/>
                                  </a:rPr>
                                  <m:t>𝐶</m:t>
                                </m:r>
                                <m:sSub>
                                  <m:sSubPr>
                                    <m:ctrlPr>
                                      <a:rPr lang="en-US" sz="2000" b="0" i="1" smtClean="0">
                                        <a:solidFill>
                                          <a:schemeClr val="accent1">
                                            <a:lumMod val="50000"/>
                                          </a:schemeClr>
                                        </a:solidFill>
                                        <a:latin typeface="Cambria Math" panose="02040503050406030204" pitchFamily="18" charset="0"/>
                                      </a:rPr>
                                    </m:ctrlPr>
                                  </m:sSubPr>
                                  <m:e>
                                    <m:r>
                                      <a:rPr lang="en-US" sz="2000" b="0" i="1" smtClean="0">
                                        <a:solidFill>
                                          <a:schemeClr val="accent1">
                                            <a:lumMod val="50000"/>
                                          </a:schemeClr>
                                        </a:solidFill>
                                        <a:latin typeface="Cambria Math" panose="02040503050406030204" pitchFamily="18" charset="0"/>
                                      </a:rPr>
                                      <m:t>𝑧</m:t>
                                    </m:r>
                                  </m:e>
                                  <m:sub>
                                    <m:r>
                                      <a:rPr lang="en-US" sz="2000" b="0" i="1" smtClean="0">
                                        <a:solidFill>
                                          <a:schemeClr val="accent1">
                                            <a:lumMod val="50000"/>
                                          </a:schemeClr>
                                        </a:solidFill>
                                        <a:latin typeface="Cambria Math" panose="02040503050406030204" pitchFamily="18" charset="0"/>
                                      </a:rPr>
                                      <m:t>𝑏𝑠</m:t>
                                    </m:r>
                                  </m:sub>
                                </m:sSub>
                              </m:den>
                            </m:f>
                          </m:e>
                        </m:d>
                      </m:e>
                      <m:sup>
                        <m:r>
                          <a:rPr lang="en-US" sz="2000" b="0" i="1" smtClean="0">
                            <a:solidFill>
                              <a:schemeClr val="accent1">
                                <a:lumMod val="50000"/>
                              </a:schemeClr>
                            </a:solidFill>
                            <a:latin typeface="Cambria Math" panose="02040503050406030204" pitchFamily="18" charset="0"/>
                          </a:rPr>
                          <m:t>2</m:t>
                        </m:r>
                      </m:sup>
                    </m:sSup>
                  </m:oMath>
                </a14:m>
                <a:endParaRPr lang="en-US" sz="2000" dirty="0">
                  <a:solidFill>
                    <a:schemeClr val="accent6">
                      <a:lumMod val="50000"/>
                    </a:schemeClr>
                  </a:solidFill>
                </a:endParaRPr>
              </a:p>
            </p:txBody>
          </p:sp>
        </mc:Choice>
        <mc:Fallback>
          <p:sp>
            <p:nvSpPr>
              <p:cNvPr id="8" name="Rectangle: Rounded Corners 7">
                <a:extLst>
                  <a:ext uri="{FF2B5EF4-FFF2-40B4-BE49-F238E27FC236}">
                    <a16:creationId xmlns:a16="http://schemas.microsoft.com/office/drawing/2014/main" id="{2614AC49-1497-4BEA-35E8-91199532CEA1}"/>
                  </a:ext>
                </a:extLst>
              </p:cNvPr>
              <p:cNvSpPr>
                <a:spLocks noRot="1" noChangeAspect="1" noMove="1" noResize="1" noEditPoints="1" noAdjustHandles="1" noChangeArrowheads="1" noChangeShapeType="1" noTextEdit="1"/>
              </p:cNvSpPr>
              <p:nvPr/>
            </p:nvSpPr>
            <p:spPr>
              <a:xfrm>
                <a:off x="4693381" y="1221898"/>
                <a:ext cx="6660419" cy="2207102"/>
              </a:xfrm>
              <a:prstGeom prst="roundRect">
                <a:avLst/>
              </a:prstGeom>
              <a:blipFill>
                <a:blip r:embed="rId3"/>
                <a:stretch>
                  <a:fillRect/>
                </a:stretch>
              </a:blipFill>
              <a:ln>
                <a:solidFill>
                  <a:schemeClr val="accent1">
                    <a:lumMod val="50000"/>
                  </a:schemeClr>
                </a:solid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E50F2E1-2E9C-C400-4091-C092520A4E85}"/>
              </a:ext>
            </a:extLst>
          </p:cNvPr>
          <p:cNvCxnSpPr>
            <a:cxnSpLocks/>
          </p:cNvCxnSpPr>
          <p:nvPr/>
        </p:nvCxnSpPr>
        <p:spPr>
          <a:xfrm>
            <a:off x="7686085" y="3429000"/>
            <a:ext cx="0" cy="818853"/>
          </a:xfrm>
          <a:prstGeom prst="straightConnector1">
            <a:avLst/>
          </a:prstGeom>
          <a:ln w="19050">
            <a:solidFill>
              <a:schemeClr val="accent1">
                <a:lumMod val="50000"/>
              </a:schemeClr>
            </a:solidFill>
            <a:tailEnd type="arrow" w="lg"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3" name="Rectangle: Rounded Corners 12">
                <a:extLst>
                  <a:ext uri="{FF2B5EF4-FFF2-40B4-BE49-F238E27FC236}">
                    <a16:creationId xmlns:a16="http://schemas.microsoft.com/office/drawing/2014/main" id="{C0EE133D-9C53-D970-5C2A-19667972F9B9}"/>
                  </a:ext>
                </a:extLst>
              </p:cNvPr>
              <p:cNvSpPr/>
              <p:nvPr/>
            </p:nvSpPr>
            <p:spPr>
              <a:xfrm>
                <a:off x="1812617" y="4247853"/>
                <a:ext cx="9372282" cy="1664313"/>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rPr>
                  <a:t>Compute the sidewall corrected  bed shear stress associated with skin friction </a:t>
                </a:r>
                <a:endParaRPr lang="en-US" dirty="0">
                  <a:solidFill>
                    <a:schemeClr val="accent6">
                      <a:lumMod val="50000"/>
                    </a:schemeClr>
                  </a:solidFill>
                </a:endParaRPr>
              </a:p>
              <a:p>
                <a:pPr algn="ctr"/>
                <a14:m>
                  <m:oMathPara xmlns:m="http://schemas.openxmlformats.org/officeDocument/2006/math">
                    <m:oMathParaPr>
                      <m:jc m:val="centerGroup"/>
                    </m:oMathParaPr>
                    <m:oMath xmlns:m="http://schemas.openxmlformats.org/officeDocument/2006/math">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i="1" smtClean="0">
                              <a:solidFill>
                                <a:schemeClr val="accent6">
                                  <a:lumMod val="50000"/>
                                </a:schemeClr>
                              </a:solidFill>
                              <a:latin typeface="Cambria Math" panose="02040503050406030204" pitchFamily="18" charset="0"/>
                              <a:ea typeface="Cambria Math" panose="02040503050406030204" pitchFamily="18" charset="0"/>
                            </a:rPr>
                            <m:t>𝜏</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𝑏𝑠</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𝜌</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𝑔</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𝑟</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𝑏𝑠</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𝑆</m:t>
                      </m:r>
                      <m:r>
                        <a:rPr lang="en-US" sz="2000" b="0" i="0" smtClean="0">
                          <a:solidFill>
                            <a:schemeClr val="accent6">
                              <a:lumMod val="50000"/>
                            </a:schemeClr>
                          </a:solidFill>
                          <a:latin typeface="Cambria Math" panose="02040503050406030204" pitchFamily="18" charset="0"/>
                          <a:ea typeface="Cambria Math" panose="02040503050406030204" pitchFamily="18" charset="0"/>
                        </a:rPr>
                        <m:t>=</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𝜌</m:t>
                      </m:r>
                      <m:f>
                        <m:f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fPr>
                        <m:num>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num>
                        <m:den>
                          <m:sSubSup>
                            <m:sSubSup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Sup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𝐶𝑧</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𝑏𝑠</m:t>
                              </m:r>
                            </m:sub>
                            <m:sup>
                              <m:r>
                                <a:rPr lang="en-US" sz="2000" b="0" i="1" smtClean="0">
                                  <a:solidFill>
                                    <a:schemeClr val="accent6">
                                      <a:lumMod val="50000"/>
                                    </a:schemeClr>
                                  </a:solidFill>
                                  <a:latin typeface="Cambria Math" panose="02040503050406030204" pitchFamily="18" charset="0"/>
                                  <a:ea typeface="Cambria Math" panose="02040503050406030204" pitchFamily="18" charset="0"/>
                                </a:rPr>
                                <m:t>2</m:t>
                              </m:r>
                            </m:sup>
                          </m:sSubSup>
                        </m:den>
                      </m:f>
                      <m:sSup>
                        <m:sSup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p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𝑈</m:t>
                          </m:r>
                        </m:e>
                        <m:sup>
                          <m:r>
                            <a:rPr lang="en-US" sz="2000" b="0" i="1" smtClean="0">
                              <a:solidFill>
                                <a:schemeClr val="accent6">
                                  <a:lumMod val="50000"/>
                                </a:schemeClr>
                              </a:solidFill>
                              <a:latin typeface="Cambria Math" panose="02040503050406030204" pitchFamily="18" charset="0"/>
                              <a:ea typeface="Cambria Math" panose="02040503050406030204" pitchFamily="18" charset="0"/>
                            </a:rPr>
                            <m:t>2</m:t>
                          </m:r>
                        </m:sup>
                      </m:sSup>
                    </m:oMath>
                  </m:oMathPara>
                </a14:m>
                <a:endParaRPr lang="en-US" sz="2000" dirty="0">
                  <a:solidFill>
                    <a:schemeClr val="accent6">
                      <a:lumMod val="50000"/>
                    </a:schemeClr>
                  </a:solidFill>
                </a:endParaRPr>
              </a:p>
            </p:txBody>
          </p:sp>
        </mc:Choice>
        <mc:Fallback>
          <p:sp>
            <p:nvSpPr>
              <p:cNvPr id="13" name="Rectangle: Rounded Corners 12">
                <a:extLst>
                  <a:ext uri="{FF2B5EF4-FFF2-40B4-BE49-F238E27FC236}">
                    <a16:creationId xmlns:a16="http://schemas.microsoft.com/office/drawing/2014/main" id="{C0EE133D-9C53-D970-5C2A-19667972F9B9}"/>
                  </a:ext>
                </a:extLst>
              </p:cNvPr>
              <p:cNvSpPr>
                <a:spLocks noRot="1" noChangeAspect="1" noMove="1" noResize="1" noEditPoints="1" noAdjustHandles="1" noChangeArrowheads="1" noChangeShapeType="1" noTextEdit="1"/>
              </p:cNvSpPr>
              <p:nvPr/>
            </p:nvSpPr>
            <p:spPr>
              <a:xfrm>
                <a:off x="1812617" y="4247853"/>
                <a:ext cx="9372282" cy="1664313"/>
              </a:xfrm>
              <a:prstGeom prst="roundRect">
                <a:avLst/>
              </a:prstGeom>
              <a:blipFill>
                <a:blip r:embed="rId4"/>
                <a:stretch>
                  <a:fillRect/>
                </a:stretch>
              </a:blipFill>
              <a:ln>
                <a:solidFill>
                  <a:schemeClr val="accent1">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86359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38</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err="1">
                <a:latin typeface="Arial" panose="020B0604020202020204" pitchFamily="34" charset="0"/>
                <a:cs typeface="Arial" panose="020B0604020202020204" pitchFamily="34" charset="0"/>
              </a:rPr>
              <a:t>Engelund</a:t>
            </a:r>
            <a:r>
              <a:rPr lang="en-US" sz="2800" b="1" dirty="0">
                <a:latin typeface="Arial" panose="020B0604020202020204" pitchFamily="34" charset="0"/>
                <a:cs typeface="Arial" panose="020B0604020202020204" pitchFamily="34" charset="0"/>
              </a:rPr>
              <a:t> and Hansen predictor of dune form drag</a:t>
            </a:r>
          </a:p>
        </p:txBody>
      </p:sp>
      <p:sp>
        <p:nvSpPr>
          <p:cNvPr id="2" name="TextBox 1">
            <a:extLst>
              <a:ext uri="{FF2B5EF4-FFF2-40B4-BE49-F238E27FC236}">
                <a16:creationId xmlns:a16="http://schemas.microsoft.com/office/drawing/2014/main" id="{9A34C8E4-38A6-E344-AD69-915C7CCD3702}"/>
              </a:ext>
            </a:extLst>
          </p:cNvPr>
          <p:cNvSpPr txBox="1"/>
          <p:nvPr/>
        </p:nvSpPr>
        <p:spPr>
          <a:xfrm>
            <a:off x="546100" y="901700"/>
            <a:ext cx="10718308" cy="697499"/>
          </a:xfrm>
          <a:prstGeom prst="rect">
            <a:avLst/>
          </a:prstGeom>
          <a:noFill/>
        </p:spPr>
        <p:txBody>
          <a:bodyPr wrap="square" rtlCol="0">
            <a:spAutoFit/>
          </a:bodyPr>
          <a:lstStyle/>
          <a:p>
            <a:pPr algn="l">
              <a:lnSpc>
                <a:spcPct val="114000"/>
              </a:lnSpc>
            </a:pPr>
            <a:r>
              <a:rPr lang="en-US" dirty="0" err="1">
                <a:latin typeface="Arial" panose="020B0604020202020204" pitchFamily="34" charset="0"/>
                <a:cs typeface="Arial" panose="020B0604020202020204" pitchFamily="34" charset="0"/>
              </a:rPr>
              <a:t>Engelund</a:t>
            </a:r>
            <a:r>
              <a:rPr lang="en-US" dirty="0">
                <a:latin typeface="Arial" panose="020B0604020202020204" pitchFamily="34" charset="0"/>
                <a:cs typeface="Arial" panose="020B0604020202020204" pitchFamily="34" charset="0"/>
              </a:rPr>
              <a:t> and Hansen in 1967 determined the following relation to compute form drag in presence of dunes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9F6D8AA-9148-8F47-B7D0-66283500FC4E}"/>
                  </a:ext>
                </a:extLst>
              </p:cNvPr>
              <p:cNvSpPr txBox="1"/>
              <p:nvPr/>
            </p:nvSpPr>
            <p:spPr>
              <a:xfrm>
                <a:off x="647700" y="1683258"/>
                <a:ext cx="209736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=0.06+0.4</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e>
                          </m:d>
                        </m:e>
                        <m:sup>
                          <m:r>
                            <a:rPr lang="en-US" b="0" i="1" smtClean="0">
                              <a:latin typeface="Cambria Math" panose="02040503050406030204" pitchFamily="18" charset="0"/>
                              <a:cs typeface="Arial" panose="020B0604020202020204" pitchFamily="34" charset="0"/>
                            </a:rPr>
                            <m:t>2</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49F6D8AA-9148-8F47-B7D0-66283500FC4E}"/>
                  </a:ext>
                </a:extLst>
              </p:cNvPr>
              <p:cNvSpPr txBox="1">
                <a:spLocks noRot="1" noChangeAspect="1" noMove="1" noResize="1" noEditPoints="1" noAdjustHandles="1" noChangeArrowheads="1" noChangeShapeType="1" noTextEdit="1"/>
              </p:cNvSpPr>
              <p:nvPr/>
            </p:nvSpPr>
            <p:spPr>
              <a:xfrm>
                <a:off x="647700" y="1683258"/>
                <a:ext cx="2097369" cy="315792"/>
              </a:xfrm>
              <a:prstGeom prst="rect">
                <a:avLst/>
              </a:prstGeom>
              <a:blipFill>
                <a:blip r:embed="rId2"/>
                <a:stretch>
                  <a:fillRect l="-59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2B1D9FF-EDFB-E743-B730-31702DCCCFD5}"/>
              </a:ext>
            </a:extLst>
          </p:cNvPr>
          <p:cNvSpPr txBox="1"/>
          <p:nvPr/>
        </p:nvSpPr>
        <p:spPr>
          <a:xfrm>
            <a:off x="3492500" y="1617342"/>
            <a:ext cx="389850"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47ECBCF-DEFF-5842-916E-FA7A3C05D1F1}"/>
                  </a:ext>
                </a:extLst>
              </p:cNvPr>
              <p:cNvSpPr txBox="1"/>
              <p:nvPr/>
            </p:nvSpPr>
            <p:spPr>
              <a:xfrm>
                <a:off x="4629781" y="1599199"/>
                <a:ext cx="3741537" cy="35721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0.06+0.4</m:t>
                          </m:r>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𝜏</m:t>
                                      </m:r>
                                    </m:e>
                                    <m:sup>
                                      <m:r>
                                        <a:rPr lang="en-US" i="1">
                                          <a:latin typeface="Cambria Math" panose="02040503050406030204" pitchFamily="18" charset="0"/>
                                          <a:cs typeface="Arial" panose="020B0604020202020204" pitchFamily="34" charset="0"/>
                                        </a:rPr>
                                        <m:t>∗</m:t>
                                      </m:r>
                                    </m:sup>
                                  </m:sSup>
                                </m:e>
                              </m:d>
                            </m:e>
                            <m:sup>
                              <m:r>
                                <a:rPr lang="en-US" i="1">
                                  <a:latin typeface="Cambria Math" panose="02040503050406030204" pitchFamily="18" charset="0"/>
                                  <a:cs typeface="Arial" panose="020B0604020202020204" pitchFamily="34" charset="0"/>
                                </a:rPr>
                                <m:t>2</m:t>
                              </m:r>
                            </m:sup>
                          </m:sSup>
                        </m:e>
                      </m:d>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147ECBCF-DEFF-5842-916E-FA7A3C05D1F1}"/>
                  </a:ext>
                </a:extLst>
              </p:cNvPr>
              <p:cNvSpPr txBox="1">
                <a:spLocks noRot="1" noChangeAspect="1" noMove="1" noResize="1" noEditPoints="1" noAdjustHandles="1" noChangeArrowheads="1" noChangeShapeType="1" noTextEdit="1"/>
              </p:cNvSpPr>
              <p:nvPr/>
            </p:nvSpPr>
            <p:spPr>
              <a:xfrm>
                <a:off x="4629781" y="1599199"/>
                <a:ext cx="3741537" cy="357214"/>
              </a:xfrm>
              <a:prstGeom prst="rect">
                <a:avLst/>
              </a:prstGeom>
              <a:blipFill>
                <a:blip r:embed="rId3"/>
                <a:stretch>
                  <a:fillRect b="-1000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C8A23699-4EE4-FD43-A202-5354EEE38BA2}"/>
              </a:ext>
            </a:extLst>
          </p:cNvPr>
          <p:cNvSpPr txBox="1"/>
          <p:nvPr/>
        </p:nvSpPr>
        <p:spPr>
          <a:xfrm>
            <a:off x="631531" y="2391270"/>
            <a:ext cx="4469908"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This relation is designed to be used with the following resistance relation</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4BB363E-194F-0F4B-A87F-15C70992CED6}"/>
                  </a:ext>
                </a:extLst>
              </p:cNvPr>
              <p:cNvSpPr txBox="1"/>
              <p:nvPr/>
            </p:nvSpPr>
            <p:spPr>
              <a:xfrm>
                <a:off x="749302" y="3243367"/>
                <a:ext cx="2117183" cy="646587"/>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𝑓𝑠</m:t>
                          </m:r>
                        </m:sub>
                        <m:sup>
                          <m:r>
                            <a:rPr lang="en-US" b="0" i="1" smtClean="0">
                              <a:latin typeface="Cambria Math" panose="02040503050406030204" pitchFamily="18" charset="0"/>
                              <a:cs typeface="Arial" panose="020B0604020202020204" pitchFamily="34" charset="0"/>
                            </a:rPr>
                            <m:t>−1/2</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11</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e>
                      </m:d>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44BB363E-194F-0F4B-A87F-15C70992CED6}"/>
                  </a:ext>
                </a:extLst>
              </p:cNvPr>
              <p:cNvSpPr txBox="1">
                <a:spLocks noRot="1" noChangeAspect="1" noMove="1" noResize="1" noEditPoints="1" noAdjustHandles="1" noChangeArrowheads="1" noChangeShapeType="1" noTextEdit="1"/>
              </p:cNvSpPr>
              <p:nvPr/>
            </p:nvSpPr>
            <p:spPr>
              <a:xfrm>
                <a:off x="749302" y="3243367"/>
                <a:ext cx="2117183" cy="646587"/>
              </a:xfrm>
              <a:prstGeom prst="rect">
                <a:avLst/>
              </a:prstGeom>
              <a:blipFill>
                <a:blip r:embed="rId4"/>
                <a:stretch>
                  <a:fillRect l="-1796" b="-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66AA1F-97FC-144B-A0E6-A08D2B81CE47}"/>
                  </a:ext>
                </a:extLst>
              </p:cNvPr>
              <p:cNvSpPr txBox="1"/>
              <p:nvPr/>
            </p:nvSpPr>
            <p:spPr>
              <a:xfrm>
                <a:off x="749302" y="4324811"/>
                <a:ext cx="127066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65</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F866AA1F-97FC-144B-A0E6-A08D2B81CE47}"/>
                  </a:ext>
                </a:extLst>
              </p:cNvPr>
              <p:cNvSpPr txBox="1">
                <a:spLocks noRot="1" noChangeAspect="1" noMove="1" noResize="1" noEditPoints="1" noAdjustHandles="1" noChangeArrowheads="1" noChangeShapeType="1" noTextEdit="1"/>
              </p:cNvSpPr>
              <p:nvPr/>
            </p:nvSpPr>
            <p:spPr>
              <a:xfrm>
                <a:off x="749302" y="4324811"/>
                <a:ext cx="1270669" cy="315792"/>
              </a:xfrm>
              <a:prstGeom prst="rect">
                <a:avLst/>
              </a:prstGeom>
              <a:blipFill>
                <a:blip r:embed="rId5"/>
                <a:stretch>
                  <a:fillRect l="-4000" r="-1000"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57053E32-236F-C046-BD57-6C7A2A25DC4E}"/>
                  </a:ext>
                </a:extLst>
              </p:cNvPr>
              <p:cNvSpPr/>
              <p:nvPr/>
            </p:nvSpPr>
            <p:spPr>
              <a:xfrm>
                <a:off x="8719874" y="5987018"/>
                <a:ext cx="4474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𝜏</m:t>
                          </m:r>
                        </m:e>
                        <m:sup>
                          <m:r>
                            <a:rPr lang="en-US" i="1">
                              <a:latin typeface="Cambria Math" panose="02040503050406030204" pitchFamily="18" charset="0"/>
                              <a:cs typeface="Arial" panose="020B0604020202020204" pitchFamily="34" charset="0"/>
                            </a:rPr>
                            <m:t>∗</m:t>
                          </m:r>
                        </m:sup>
                      </m:sSup>
                    </m:oMath>
                  </m:oMathPara>
                </a14:m>
                <a:endParaRPr lang="en-US" dirty="0"/>
              </a:p>
            </p:txBody>
          </p:sp>
        </mc:Choice>
        <mc:Fallback xmlns="">
          <p:sp>
            <p:nvSpPr>
              <p:cNvPr id="14" name="Rectangle 13">
                <a:extLst>
                  <a:ext uri="{FF2B5EF4-FFF2-40B4-BE49-F238E27FC236}">
                    <a16:creationId xmlns:a16="http://schemas.microsoft.com/office/drawing/2014/main" id="{57053E32-236F-C046-BD57-6C7A2A25DC4E}"/>
                  </a:ext>
                </a:extLst>
              </p:cNvPr>
              <p:cNvSpPr>
                <a:spLocks noRot="1" noChangeAspect="1" noMove="1" noResize="1" noEditPoints="1" noAdjustHandles="1" noChangeArrowheads="1" noChangeShapeType="1" noTextEdit="1"/>
              </p:cNvSpPr>
              <p:nvPr/>
            </p:nvSpPr>
            <p:spPr>
              <a:xfrm>
                <a:off x="8719874" y="5987018"/>
                <a:ext cx="44749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137F91C-FDDD-A842-92B0-5949F0225115}"/>
                  </a:ext>
                </a:extLst>
              </p:cNvPr>
              <p:cNvSpPr/>
              <p:nvPr/>
            </p:nvSpPr>
            <p:spPr>
              <a:xfrm>
                <a:off x="6125760" y="3889954"/>
                <a:ext cx="4474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𝑠</m:t>
                          </m:r>
                        </m:sub>
                        <m:sup>
                          <m:r>
                            <a:rPr lang="en-US" i="1">
                              <a:latin typeface="Cambria Math" panose="02040503050406030204" pitchFamily="18" charset="0"/>
                              <a:cs typeface="Arial" panose="020B0604020202020204" pitchFamily="34" charset="0"/>
                            </a:rPr>
                            <m:t>∗</m:t>
                          </m:r>
                        </m:sup>
                      </m:sSubSup>
                    </m:oMath>
                  </m:oMathPara>
                </a14:m>
                <a:endParaRPr lang="en-US" dirty="0"/>
              </a:p>
            </p:txBody>
          </p:sp>
        </mc:Choice>
        <mc:Fallback xmlns="">
          <p:sp>
            <p:nvSpPr>
              <p:cNvPr id="17" name="Rectangle 16">
                <a:extLst>
                  <a:ext uri="{FF2B5EF4-FFF2-40B4-BE49-F238E27FC236}">
                    <a16:creationId xmlns:a16="http://schemas.microsoft.com/office/drawing/2014/main" id="{4137F91C-FDDD-A842-92B0-5949F0225115}"/>
                  </a:ext>
                </a:extLst>
              </p:cNvPr>
              <p:cNvSpPr>
                <a:spLocks noRot="1" noChangeAspect="1" noMove="1" noResize="1" noEditPoints="1" noAdjustHandles="1" noChangeArrowheads="1" noChangeShapeType="1" noTextEdit="1"/>
              </p:cNvSpPr>
              <p:nvPr/>
            </p:nvSpPr>
            <p:spPr>
              <a:xfrm>
                <a:off x="6125760" y="3889954"/>
                <a:ext cx="447494" cy="369332"/>
              </a:xfrm>
              <a:prstGeom prst="rect">
                <a:avLst/>
              </a:prstGeom>
              <a:blipFill>
                <a:blip r:embed="rId7"/>
                <a:stretch>
                  <a:fillRect/>
                </a:stretch>
              </a:blipFill>
            </p:spPr>
            <p:txBody>
              <a:bodyPr/>
              <a:lstStyle/>
              <a:p>
                <a:r>
                  <a:rPr lang="en-US">
                    <a:noFill/>
                  </a:rPr>
                  <a:t> </a:t>
                </a:r>
              </a:p>
            </p:txBody>
          </p:sp>
        </mc:Fallback>
      </mc:AlternateContent>
      <p:graphicFrame>
        <p:nvGraphicFramePr>
          <p:cNvPr id="18" name="Chart 17">
            <a:extLst>
              <a:ext uri="{FF2B5EF4-FFF2-40B4-BE49-F238E27FC236}">
                <a16:creationId xmlns:a16="http://schemas.microsoft.com/office/drawing/2014/main" id="{8F32C48B-CBCD-D943-BE62-FB1DD28B9AA9}"/>
              </a:ext>
            </a:extLst>
          </p:cNvPr>
          <p:cNvGraphicFramePr>
            <a:graphicFrameLocks/>
          </p:cNvGraphicFramePr>
          <p:nvPr/>
        </p:nvGraphicFramePr>
        <p:xfrm>
          <a:off x="6420430" y="2298176"/>
          <a:ext cx="4438650" cy="3721100"/>
        </p:xfrm>
        <a:graphic>
          <a:graphicData uri="http://schemas.openxmlformats.org/drawingml/2006/chart">
            <c:chart xmlns:c="http://schemas.openxmlformats.org/drawingml/2006/chart" xmlns:r="http://schemas.openxmlformats.org/officeDocument/2006/relationships" r:id="rId8"/>
          </a:graphicData>
        </a:graphic>
      </p:graphicFrame>
      <p:sp>
        <p:nvSpPr>
          <p:cNvPr id="19" name="TextBox 18">
            <a:extLst>
              <a:ext uri="{FF2B5EF4-FFF2-40B4-BE49-F238E27FC236}">
                <a16:creationId xmlns:a16="http://schemas.microsoft.com/office/drawing/2014/main" id="{ADCA4782-7F4B-4E4E-9F37-2159E39040AF}"/>
              </a:ext>
            </a:extLst>
          </p:cNvPr>
          <p:cNvSpPr txBox="1"/>
          <p:nvPr/>
        </p:nvSpPr>
        <p:spPr>
          <a:xfrm rot="19143176">
            <a:off x="8480410" y="3195736"/>
            <a:ext cx="1492716"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no form drag</a:t>
            </a:r>
          </a:p>
        </p:txBody>
      </p:sp>
      <p:sp>
        <p:nvSpPr>
          <p:cNvPr id="20" name="TextBox 19">
            <a:extLst>
              <a:ext uri="{FF2B5EF4-FFF2-40B4-BE49-F238E27FC236}">
                <a16:creationId xmlns:a16="http://schemas.microsoft.com/office/drawing/2014/main" id="{242BB921-2070-6445-8B49-0A8F2CC56E3F}"/>
              </a:ext>
            </a:extLst>
          </p:cNvPr>
          <p:cNvSpPr txBox="1"/>
          <p:nvPr/>
        </p:nvSpPr>
        <p:spPr>
          <a:xfrm rot="18337148">
            <a:off x="8502979" y="4016692"/>
            <a:ext cx="1300356"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form drag</a:t>
            </a:r>
          </a:p>
        </p:txBody>
      </p:sp>
      <p:cxnSp>
        <p:nvCxnSpPr>
          <p:cNvPr id="22" name="Straight Arrow Connector 21">
            <a:extLst>
              <a:ext uri="{FF2B5EF4-FFF2-40B4-BE49-F238E27FC236}">
                <a16:creationId xmlns:a16="http://schemas.microsoft.com/office/drawing/2014/main" id="{0BF197C5-1858-6E44-88D3-1CE786BBE3B0}"/>
              </a:ext>
            </a:extLst>
          </p:cNvPr>
          <p:cNvCxnSpPr>
            <a:cxnSpLocks/>
          </p:cNvCxnSpPr>
          <p:nvPr/>
        </p:nvCxnSpPr>
        <p:spPr>
          <a:xfrm flipV="1">
            <a:off x="8255000" y="4991100"/>
            <a:ext cx="0" cy="63500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AB0B3A5-ED62-0544-AD94-7B54ECFDEC92}"/>
              </a:ext>
            </a:extLst>
          </p:cNvPr>
          <p:cNvCxnSpPr>
            <a:cxnSpLocks/>
          </p:cNvCxnSpPr>
          <p:nvPr/>
        </p:nvCxnSpPr>
        <p:spPr>
          <a:xfrm flipV="1">
            <a:off x="8255000" y="4482707"/>
            <a:ext cx="0" cy="477104"/>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DDB567DB-0356-C940-8641-2607A70ED9F8}"/>
                  </a:ext>
                </a:extLst>
              </p:cNvPr>
              <p:cNvSpPr/>
              <p:nvPr/>
            </p:nvSpPr>
            <p:spPr>
              <a:xfrm>
                <a:off x="8211891" y="5123934"/>
                <a:ext cx="4474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𝑠</m:t>
                          </m:r>
                        </m:sub>
                        <m:sup>
                          <m:r>
                            <a:rPr lang="en-US" i="1">
                              <a:latin typeface="Cambria Math" panose="02040503050406030204" pitchFamily="18" charset="0"/>
                              <a:cs typeface="Arial" panose="020B0604020202020204" pitchFamily="34" charset="0"/>
                            </a:rPr>
                            <m:t>∗</m:t>
                          </m:r>
                        </m:sup>
                      </m:sSubSup>
                    </m:oMath>
                  </m:oMathPara>
                </a14:m>
                <a:endParaRPr lang="en-US" dirty="0"/>
              </a:p>
            </p:txBody>
          </p:sp>
        </mc:Choice>
        <mc:Fallback xmlns="">
          <p:sp>
            <p:nvSpPr>
              <p:cNvPr id="26" name="Rectangle 25">
                <a:extLst>
                  <a:ext uri="{FF2B5EF4-FFF2-40B4-BE49-F238E27FC236}">
                    <a16:creationId xmlns:a16="http://schemas.microsoft.com/office/drawing/2014/main" id="{DDB567DB-0356-C940-8641-2607A70ED9F8}"/>
                  </a:ext>
                </a:extLst>
              </p:cNvPr>
              <p:cNvSpPr>
                <a:spLocks noRot="1" noChangeAspect="1" noMove="1" noResize="1" noEditPoints="1" noAdjustHandles="1" noChangeArrowheads="1" noChangeShapeType="1" noTextEdit="1"/>
              </p:cNvSpPr>
              <p:nvPr/>
            </p:nvSpPr>
            <p:spPr>
              <a:xfrm>
                <a:off x="8211891" y="5123934"/>
                <a:ext cx="447494"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E02CD1F-2F5E-5144-A4EC-9B7D3C31BA0F}"/>
                  </a:ext>
                </a:extLst>
              </p:cNvPr>
              <p:cNvSpPr/>
              <p:nvPr/>
            </p:nvSpPr>
            <p:spPr>
              <a:xfrm>
                <a:off x="8198698" y="4412839"/>
                <a:ext cx="447494" cy="4001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up>
                          <m:r>
                            <a:rPr lang="en-US" i="1">
                              <a:latin typeface="Cambria Math" panose="02040503050406030204" pitchFamily="18" charset="0"/>
                              <a:cs typeface="Arial" panose="020B0604020202020204" pitchFamily="34" charset="0"/>
                            </a:rPr>
                            <m:t>∗</m:t>
                          </m:r>
                        </m:sup>
                      </m:sSubSup>
                    </m:oMath>
                  </m:oMathPara>
                </a14:m>
                <a:endParaRPr lang="en-US" dirty="0"/>
              </a:p>
            </p:txBody>
          </p:sp>
        </mc:Choice>
        <mc:Fallback xmlns="">
          <p:sp>
            <p:nvSpPr>
              <p:cNvPr id="27" name="Rectangle 26">
                <a:extLst>
                  <a:ext uri="{FF2B5EF4-FFF2-40B4-BE49-F238E27FC236}">
                    <a16:creationId xmlns:a16="http://schemas.microsoft.com/office/drawing/2014/main" id="{FE02CD1F-2F5E-5144-A4EC-9B7D3C31BA0F}"/>
                  </a:ext>
                </a:extLst>
              </p:cNvPr>
              <p:cNvSpPr>
                <a:spLocks noRot="1" noChangeAspect="1" noMove="1" noResize="1" noEditPoints="1" noAdjustHandles="1" noChangeArrowheads="1" noChangeShapeType="1" noTextEdit="1"/>
              </p:cNvSpPr>
              <p:nvPr/>
            </p:nvSpPr>
            <p:spPr>
              <a:xfrm>
                <a:off x="8198698" y="4412839"/>
                <a:ext cx="447494" cy="400174"/>
              </a:xfrm>
              <a:prstGeom prst="rect">
                <a:avLst/>
              </a:prstGeom>
              <a:blipFill>
                <a:blip r:embed="rId10"/>
                <a:stretch>
                  <a:fillRect b="-3030"/>
                </a:stretch>
              </a:blipFill>
            </p:spPr>
            <p:txBody>
              <a:bodyPr/>
              <a:lstStyle/>
              <a:p>
                <a:r>
                  <a:rPr lang="en-US">
                    <a:noFill/>
                  </a:rPr>
                  <a:t> </a:t>
                </a:r>
              </a:p>
            </p:txBody>
          </p:sp>
        </mc:Fallback>
      </mc:AlternateContent>
    </p:spTree>
    <p:extLst>
      <p:ext uri="{BB962C8B-B14F-4D97-AF65-F5344CB8AC3E}">
        <p14:creationId xmlns:p14="http://schemas.microsoft.com/office/powerpoint/2010/main" val="1700175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39</a:t>
            </a:fld>
            <a:endParaRPr lang="en-US" dirty="0"/>
          </a:p>
        </p:txBody>
      </p:sp>
      <p:sp>
        <p:nvSpPr>
          <p:cNvPr id="7" name="TextBox 6">
            <a:extLst>
              <a:ext uri="{FF2B5EF4-FFF2-40B4-BE49-F238E27FC236}">
                <a16:creationId xmlns:a16="http://schemas.microsoft.com/office/drawing/2014/main" id="{F1F727DC-1CF3-5E4A-8F54-16EBB299906C}"/>
              </a:ext>
            </a:extLst>
          </p:cNvPr>
          <p:cNvSpPr txBox="1"/>
          <p:nvPr/>
        </p:nvSpPr>
        <p:spPr>
          <a:xfrm>
            <a:off x="914402" y="136525"/>
            <a:ext cx="1035000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Wright and Parker predictor of dune form drag</a:t>
            </a:r>
          </a:p>
        </p:txBody>
      </p:sp>
      <p:sp>
        <p:nvSpPr>
          <p:cNvPr id="2" name="TextBox 1">
            <a:extLst>
              <a:ext uri="{FF2B5EF4-FFF2-40B4-BE49-F238E27FC236}">
                <a16:creationId xmlns:a16="http://schemas.microsoft.com/office/drawing/2014/main" id="{9A34C8E4-38A6-E344-AD69-915C7CCD3702}"/>
              </a:ext>
            </a:extLst>
          </p:cNvPr>
          <p:cNvSpPr txBox="1"/>
          <p:nvPr/>
        </p:nvSpPr>
        <p:spPr>
          <a:xfrm>
            <a:off x="546100" y="901700"/>
            <a:ext cx="10718308" cy="196066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Wright and Parker in 2004 noticed that the </a:t>
            </a:r>
            <a:r>
              <a:rPr lang="en-US" dirty="0" err="1">
                <a:latin typeface="Arial" panose="020B0604020202020204" pitchFamily="34" charset="0"/>
                <a:cs typeface="Arial" panose="020B0604020202020204" pitchFamily="34" charset="0"/>
              </a:rPr>
              <a:t>Engelund</a:t>
            </a:r>
            <a:r>
              <a:rPr lang="en-US" dirty="0">
                <a:latin typeface="Arial" panose="020B0604020202020204" pitchFamily="34" charset="0"/>
                <a:cs typeface="Arial" panose="020B0604020202020204" pitchFamily="34" charset="0"/>
              </a:rPr>
              <a:t> and Hansen predictor tends to work well in the laboratory, for small and medium streams, i.e. streams in which the dune-upper plane bed transition occurs for discharges smaller than bankfull.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The </a:t>
            </a:r>
            <a:r>
              <a:rPr lang="en-US" dirty="0" err="1">
                <a:latin typeface="Arial" panose="020B0604020202020204" pitchFamily="34" charset="0"/>
                <a:cs typeface="Arial" panose="020B0604020202020204" pitchFamily="34" charset="0"/>
              </a:rPr>
              <a:t>Engelund</a:t>
            </a:r>
            <a:r>
              <a:rPr lang="en-US" dirty="0">
                <a:latin typeface="Arial" panose="020B0604020202020204" pitchFamily="34" charset="0"/>
                <a:cs typeface="Arial" panose="020B0604020202020204" pitchFamily="34" charset="0"/>
              </a:rPr>
              <a:t> and Hansen predictor does not work well in large sand bed rivers, where dunes persist at and above bankfull conditions. Wright and Parker modified it to cover small and large streams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197E57-D040-FA45-9911-E1ECF07892DF}"/>
                  </a:ext>
                </a:extLst>
              </p:cNvPr>
              <p:cNvSpPr txBox="1"/>
              <p:nvPr/>
            </p:nvSpPr>
            <p:spPr>
              <a:xfrm>
                <a:off x="546100" y="3102612"/>
                <a:ext cx="273215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=0.05+0.7</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𝐹𝑟</m:t>
                                  </m:r>
                                </m:e>
                                <m:sup>
                                  <m:r>
                                    <a:rPr lang="en-US" b="0" i="1" smtClean="0">
                                      <a:latin typeface="Cambria Math" panose="02040503050406030204" pitchFamily="18" charset="0"/>
                                      <a:cs typeface="Arial" panose="020B0604020202020204" pitchFamily="34" charset="0"/>
                                    </a:rPr>
                                    <m:t>0.7</m:t>
                                  </m:r>
                                </m:sup>
                              </m:sSup>
                            </m:e>
                          </m:d>
                        </m:e>
                        <m:sup>
                          <m:r>
                            <a:rPr lang="en-US" b="0" i="1" smtClean="0">
                              <a:latin typeface="Cambria Math" panose="02040503050406030204" pitchFamily="18" charset="0"/>
                              <a:cs typeface="Arial" panose="020B0604020202020204" pitchFamily="34" charset="0"/>
                            </a:rPr>
                            <m:t>0.8</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D197E57-D040-FA45-9911-E1ECF07892DF}"/>
                  </a:ext>
                </a:extLst>
              </p:cNvPr>
              <p:cNvSpPr txBox="1">
                <a:spLocks noRot="1" noChangeAspect="1" noMove="1" noResize="1" noEditPoints="1" noAdjustHandles="1" noChangeArrowheads="1" noChangeShapeType="1" noTextEdit="1"/>
              </p:cNvSpPr>
              <p:nvPr/>
            </p:nvSpPr>
            <p:spPr>
              <a:xfrm>
                <a:off x="546100" y="3102612"/>
                <a:ext cx="2732158" cy="315792"/>
              </a:xfrm>
              <a:prstGeom prst="rect">
                <a:avLst/>
              </a:prstGeom>
              <a:blipFill>
                <a:blip r:embed="rId2"/>
                <a:stretch>
                  <a:fillRect l="-463"/>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37E10173-571E-1549-94B1-B669376B57B9}"/>
              </a:ext>
            </a:extLst>
          </p:cNvPr>
          <p:cNvSpPr txBox="1"/>
          <p:nvPr/>
        </p:nvSpPr>
        <p:spPr>
          <a:xfrm>
            <a:off x="4737100" y="3036696"/>
            <a:ext cx="3275256"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where Fr is the Froude number</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A5D10E2-9732-9D4D-BF87-CD2B2E51068F}"/>
                  </a:ext>
                </a:extLst>
              </p:cNvPr>
              <p:cNvSpPr txBox="1"/>
              <p:nvPr/>
            </p:nvSpPr>
            <p:spPr>
              <a:xfrm>
                <a:off x="8359650" y="2862365"/>
                <a:ext cx="1108188" cy="723724"/>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𝐹𝑟</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𝑈</m:t>
                          </m:r>
                        </m:num>
                        <m:den>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𝑔𝐻</m:t>
                              </m:r>
                            </m:e>
                          </m:rad>
                        </m:den>
                      </m:f>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4A5D10E2-9732-9D4D-BF87-CD2B2E51068F}"/>
                  </a:ext>
                </a:extLst>
              </p:cNvPr>
              <p:cNvSpPr txBox="1">
                <a:spLocks noRot="1" noChangeAspect="1" noMove="1" noResize="1" noEditPoints="1" noAdjustHandles="1" noChangeArrowheads="1" noChangeShapeType="1" noTextEdit="1"/>
              </p:cNvSpPr>
              <p:nvPr/>
            </p:nvSpPr>
            <p:spPr>
              <a:xfrm>
                <a:off x="8359650" y="2862365"/>
                <a:ext cx="1108188" cy="723724"/>
              </a:xfrm>
              <a:prstGeom prst="rect">
                <a:avLst/>
              </a:prstGeom>
              <a:blipFill>
                <a:blip r:embed="rId3"/>
                <a:stretch>
                  <a:fillRect l="-4545" r="-5682" b="-8621"/>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EDB85354-D0F7-6C4C-B5F7-3FBFA1E43892}"/>
              </a:ext>
            </a:extLst>
          </p:cNvPr>
          <p:cNvSpPr txBox="1"/>
          <p:nvPr/>
        </p:nvSpPr>
        <p:spPr>
          <a:xfrm>
            <a:off x="571254" y="3804782"/>
            <a:ext cx="1013484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predictor should be used with the following resistance relation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714B9A-0A7C-ED41-AF57-C20642495CC6}"/>
                  </a:ext>
                </a:extLst>
              </p:cNvPr>
              <p:cNvSpPr txBox="1"/>
              <p:nvPr/>
            </p:nvSpPr>
            <p:spPr>
              <a:xfrm>
                <a:off x="660154" y="4249579"/>
                <a:ext cx="2303579" cy="719556"/>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𝐶</m:t>
                          </m:r>
                        </m:e>
                        <m:sub>
                          <m:r>
                            <a:rPr lang="en-US" b="0" i="1" smtClean="0">
                              <a:latin typeface="Cambria Math" panose="02040503050406030204" pitchFamily="18" charset="0"/>
                              <a:cs typeface="Arial" panose="020B0604020202020204" pitchFamily="34" charset="0"/>
                            </a:rPr>
                            <m:t>𝑓𝑠</m:t>
                          </m:r>
                        </m:sub>
                        <m:sup>
                          <m:r>
                            <a:rPr lang="en-US" b="0" i="1" smtClean="0">
                              <a:latin typeface="Cambria Math" panose="02040503050406030204" pitchFamily="18" charset="0"/>
                              <a:cs typeface="Arial" panose="020B0604020202020204" pitchFamily="34" charset="0"/>
                            </a:rPr>
                            <m:t>−1/2</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8.32</m:t>
                          </m:r>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𝛼</m:t>
                              </m:r>
                            </m:e>
                            <m:sub>
                              <m:r>
                                <a:rPr lang="en-US" b="0" i="1" smtClean="0">
                                  <a:latin typeface="Cambria Math" panose="02040503050406030204" pitchFamily="18" charset="0"/>
                                  <a:cs typeface="Arial" panose="020B0604020202020204" pitchFamily="34" charset="0"/>
                                </a:rPr>
                                <m:t>𝑠𝑡𝑟𝑎𝑡</m:t>
                              </m:r>
                            </m:sub>
                          </m:sSub>
                        </m:den>
                      </m:f>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𝐻</m:t>
                                      </m:r>
                                    </m:e>
                                    <m:sub>
                                      <m:r>
                                        <a:rPr lang="en-US" b="0" i="1" smtClean="0">
                                          <a:latin typeface="Cambria Math" panose="02040503050406030204" pitchFamily="18" charset="0"/>
                                          <a:cs typeface="Arial" panose="020B0604020202020204" pitchFamily="34" charset="0"/>
                                        </a:rPr>
                                        <m:t>𝑠</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den>
                              </m:f>
                            </m:e>
                          </m:d>
                        </m:e>
                        <m:sup>
                          <m:r>
                            <a:rPr lang="en-US" b="0" i="1" smtClean="0">
                              <a:latin typeface="Cambria Math" panose="02040503050406030204" pitchFamily="18" charset="0"/>
                              <a:cs typeface="Arial" panose="020B0604020202020204" pitchFamily="34" charset="0"/>
                            </a:rPr>
                            <m:t>1/6</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15" name="TextBox 14">
                <a:extLst>
                  <a:ext uri="{FF2B5EF4-FFF2-40B4-BE49-F238E27FC236}">
                    <a16:creationId xmlns:a16="http://schemas.microsoft.com/office/drawing/2014/main" id="{88714B9A-0A7C-ED41-AF57-C20642495CC6}"/>
                  </a:ext>
                </a:extLst>
              </p:cNvPr>
              <p:cNvSpPr txBox="1">
                <a:spLocks noRot="1" noChangeAspect="1" noMove="1" noResize="1" noEditPoints="1" noAdjustHandles="1" noChangeArrowheads="1" noChangeShapeType="1" noTextEdit="1"/>
              </p:cNvSpPr>
              <p:nvPr/>
            </p:nvSpPr>
            <p:spPr>
              <a:xfrm>
                <a:off x="660154" y="4249579"/>
                <a:ext cx="2303579" cy="719556"/>
              </a:xfrm>
              <a:prstGeom prst="rect">
                <a:avLst/>
              </a:prstGeom>
              <a:blipFill>
                <a:blip r:embed="rId4"/>
                <a:stretch>
                  <a:fillRect l="-1639" b="-51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B2EC7E-AC2E-E246-A0ED-E81B3A4F3D50}"/>
                  </a:ext>
                </a:extLst>
              </p:cNvPr>
              <p:cNvSpPr txBox="1"/>
              <p:nvPr/>
            </p:nvSpPr>
            <p:spPr>
              <a:xfrm>
                <a:off x="660154" y="5321300"/>
                <a:ext cx="1143968"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𝑘</m:t>
                          </m:r>
                        </m:e>
                        <m:sub>
                          <m:r>
                            <a:rPr lang="en-US" b="0" i="1" smtClean="0">
                              <a:latin typeface="Cambria Math" panose="02040503050406030204" pitchFamily="18" charset="0"/>
                              <a:cs typeface="Arial" panose="020B0604020202020204" pitchFamily="34" charset="0"/>
                            </a:rPr>
                            <m:t>𝑠</m:t>
                          </m:r>
                        </m:sub>
                      </m:sSub>
                      <m:r>
                        <a:rPr lang="en-US" b="0" i="1" smtClean="0">
                          <a:latin typeface="Cambria Math" panose="02040503050406030204" pitchFamily="18" charset="0"/>
                          <a:cs typeface="Arial" panose="020B0604020202020204" pitchFamily="34" charset="0"/>
                        </a:rPr>
                        <m:t>=3</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𝑠</m:t>
                          </m:r>
                          <m:r>
                            <a:rPr lang="en-US" b="0" i="1" smtClean="0">
                              <a:latin typeface="Cambria Math" panose="02040503050406030204" pitchFamily="18" charset="0"/>
                              <a:cs typeface="Arial" panose="020B0604020202020204" pitchFamily="34" charset="0"/>
                            </a:rPr>
                            <m:t>90</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6" name="TextBox 15">
                <a:extLst>
                  <a:ext uri="{FF2B5EF4-FFF2-40B4-BE49-F238E27FC236}">
                    <a16:creationId xmlns:a16="http://schemas.microsoft.com/office/drawing/2014/main" id="{F5B2EC7E-AC2E-E246-A0ED-E81B3A4F3D50}"/>
                  </a:ext>
                </a:extLst>
              </p:cNvPr>
              <p:cNvSpPr txBox="1">
                <a:spLocks noRot="1" noChangeAspect="1" noMove="1" noResize="1" noEditPoints="1" noAdjustHandles="1" noChangeArrowheads="1" noChangeShapeType="1" noTextEdit="1"/>
              </p:cNvSpPr>
              <p:nvPr/>
            </p:nvSpPr>
            <p:spPr>
              <a:xfrm>
                <a:off x="660154" y="5321300"/>
                <a:ext cx="1143968" cy="315792"/>
              </a:xfrm>
              <a:prstGeom prst="rect">
                <a:avLst/>
              </a:prstGeom>
              <a:blipFill>
                <a:blip r:embed="rId5"/>
                <a:stretch>
                  <a:fillRect l="-3261"/>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04511D48-ED25-0C4C-BA7C-9ADDEFC39842}"/>
              </a:ext>
            </a:extLst>
          </p:cNvPr>
          <p:cNvSpPr txBox="1"/>
          <p:nvPr/>
        </p:nvSpPr>
        <p:spPr>
          <a:xfrm>
            <a:off x="4559301" y="4368800"/>
            <a:ext cx="6489700" cy="697499"/>
          </a:xfrm>
          <a:prstGeom prst="rect">
            <a:avLst/>
          </a:prstGeom>
          <a:noFill/>
        </p:spPr>
        <p:txBody>
          <a:bodyPr wrap="square" rtlCol="0">
            <a:spAutoFit/>
          </a:bodyPr>
          <a:lstStyle/>
          <a:p>
            <a:pPr algn="l">
              <a:lnSpc>
                <a:spcPct val="114000"/>
              </a:lnSpc>
            </a:pPr>
            <a:r>
              <a:rPr lang="en-US" sz="2000" dirty="0" err="1">
                <a:latin typeface="Symbol" pitchFamily="2" charset="2"/>
                <a:cs typeface="Arial" panose="020B0604020202020204" pitchFamily="34" charset="0"/>
              </a:rPr>
              <a:t>a</a:t>
            </a:r>
            <a:r>
              <a:rPr lang="en-US" baseline="-25000" dirty="0" err="1">
                <a:latin typeface="Arial" panose="020B0604020202020204" pitchFamily="34" charset="0"/>
                <a:cs typeface="Arial" panose="020B0604020202020204" pitchFamily="34" charset="0"/>
              </a:rPr>
              <a:t>strat</a:t>
            </a:r>
            <a:r>
              <a:rPr lang="en-US" dirty="0">
                <a:latin typeface="Arial" panose="020B0604020202020204" pitchFamily="34" charset="0"/>
                <a:cs typeface="Arial" panose="020B0604020202020204" pitchFamily="34" charset="0"/>
              </a:rPr>
              <a:t> is a correction for flow stratification which can be set equal to one in absence of additional information</a:t>
            </a:r>
          </a:p>
        </p:txBody>
      </p:sp>
    </p:spTree>
    <p:extLst>
      <p:ext uri="{BB962C8B-B14F-4D97-AF65-F5344CB8AC3E}">
        <p14:creationId xmlns:p14="http://schemas.microsoft.com/office/powerpoint/2010/main" val="3059233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4555</Words>
  <Application>Microsoft Office PowerPoint</Application>
  <PresentationFormat>Widescreen</PresentationFormat>
  <Paragraphs>581</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Viparelli, Enrica</dc:creator>
  <cp:lastModifiedBy>Viparelli, Enrica</cp:lastModifiedBy>
  <cp:revision>1</cp:revision>
  <dcterms:created xsi:type="dcterms:W3CDTF">2026-07-28T00:51:21Z</dcterms:created>
  <dcterms:modified xsi:type="dcterms:W3CDTF">2026-07-28T05:13:59Z</dcterms:modified>
</cp:coreProperties>
</file>