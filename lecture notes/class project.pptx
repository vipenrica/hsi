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93CC2C-FC8A-46B3-A72B-71E5DC89B400}" v="9" dt="2026-07-31T07:28:29.6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3" d="100"/>
          <a:sy n="63" d="100"/>
        </p:scale>
        <p:origin x="480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parelli, Enrica" userId="e6d7b4aa-a798-4692-bd7e-df2e77cda6e3" providerId="ADAL" clId="{AED95555-86AE-4DAC-9C4C-6A607A963546}"/>
    <pc:docChg chg="modSld">
      <pc:chgData name="Viparelli, Enrica" userId="e6d7b4aa-a798-4692-bd7e-df2e77cda6e3" providerId="ADAL" clId="{AED95555-86AE-4DAC-9C4C-6A607A963546}" dt="2026-07-31T07:28:29.675" v="8" actId="20577"/>
      <pc:docMkLst>
        <pc:docMk/>
      </pc:docMkLst>
      <pc:sldChg chg="modSp">
        <pc:chgData name="Viparelli, Enrica" userId="e6d7b4aa-a798-4692-bd7e-df2e77cda6e3" providerId="ADAL" clId="{AED95555-86AE-4DAC-9C4C-6A607A963546}" dt="2026-07-31T07:28:29.675" v="8" actId="20577"/>
        <pc:sldMkLst>
          <pc:docMk/>
          <pc:sldMk cId="1049526732" sldId="258"/>
        </pc:sldMkLst>
        <pc:spChg chg="mod">
          <ac:chgData name="Viparelli, Enrica" userId="e6d7b4aa-a798-4692-bd7e-df2e77cda6e3" providerId="ADAL" clId="{AED95555-86AE-4DAC-9C4C-6A607A963546}" dt="2026-07-31T07:28:29.675" v="8" actId="20577"/>
          <ac:spMkLst>
            <pc:docMk/>
            <pc:sldMk cId="1049526732" sldId="258"/>
            <ac:spMk id="5" creationId="{FD31A13C-E30E-66A2-09E3-1F335A2133E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5F759-1F97-4055-5C0A-566E181357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89DB33-DA68-CF6C-BA80-1A79F4B5F8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8810E-20D3-03B5-7CE6-39976B7C7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EBBE7-486E-4A71-9B2A-70CAEC3C3DA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40690-D97C-4840-358A-B4211BDF4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34E15-6983-94FD-6562-D2491F98C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CFFAC-2D83-4D8C-96FA-00E68E1EC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749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5A86A-305E-9B4F-DAE4-3ADCAF0E1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82413-E6DD-8665-EC97-5D73C6759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8BC2D-2C71-DF06-7411-55473F048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EBBE7-486E-4A71-9B2A-70CAEC3C3DA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147B9-9520-0E16-CEEF-9DE5E93B4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D724C-664E-6EE6-9DEE-C1C4554BE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CFFAC-2D83-4D8C-96FA-00E68E1EC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509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7A209-E01E-34DF-B872-19ACFCE4C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9EB42-9AAB-9AB4-C547-26C04CD0C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9E937-0344-F958-B897-EA22BB892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EBBE7-486E-4A71-9B2A-70CAEC3C3DA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BCE50-24B6-FE4E-F71F-5308E60F0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0CCB5-35DC-25A1-28A7-9F3E44FF2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CFFAC-2D83-4D8C-96FA-00E68E1EC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678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A5891-872A-2514-578C-B35F900B6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26BC3-7009-E87D-1B9F-1DA81DE335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9E2651-E11B-A3A2-D160-60621D6BC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13624-6F4B-9EC7-049B-25BB783F4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EBBE7-486E-4A71-9B2A-70CAEC3C3DA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E4BE55-5AD3-3C43-B19C-96003B1F3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52ACF3-090C-F27C-D5C3-FCA7EB222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CFFAC-2D83-4D8C-96FA-00E68E1EC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1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144A6-CC3B-36C0-7FF8-FD3B86152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A701C-D145-58E7-923B-2B9FF79C1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1717F7-7E96-2835-734A-933021BED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00C226-5943-4961-8463-DE76000D36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90F8F3-4955-673A-F3B6-77C012079C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A2089F-4490-3375-2CB2-74DB28261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EBBE7-486E-4A71-9B2A-70CAEC3C3DA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EADA5B-474E-E8D0-E79C-7F8E92E56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B99134-8779-73C9-F55F-7207523AE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CFFAC-2D83-4D8C-96FA-00E68E1EC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802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569DF-BFF9-0F57-6553-84A525DC2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363C92-3D20-990B-FD5A-4A9284D6E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EBBE7-486E-4A71-9B2A-70CAEC3C3DA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A2035B-31A2-183F-3853-D4429111D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293BAB-17E2-A0EB-3F36-00CBF81AD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CFFAC-2D83-4D8C-96FA-00E68E1EC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11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9FA7BC-04FC-0B2E-FDCC-E5E3126CF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EBBE7-486E-4A71-9B2A-70CAEC3C3DA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1D3928-87F5-70B2-800B-01B14396A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5219E-3976-2378-63E7-55AB5B5AE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CFFAC-2D83-4D8C-96FA-00E68E1EC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98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57D28-2933-DC72-8503-2FCB15859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0253E-53F0-1C19-979F-184DF1033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DB7021-4A83-B267-098E-DD0B652982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6C0F03-D26C-F420-ECB7-56C78B34D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EBBE7-486E-4A71-9B2A-70CAEC3C3DA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2E0545-C675-9DC1-8DF7-7C4E348C7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9187E0-CFB6-643E-C9C6-5E369CF52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CFFAC-2D83-4D8C-96FA-00E68E1EC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08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D8BC2-B7B1-8DC5-C8DF-5B13D3CA3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281332-1F61-C1E6-39FC-ADE722108F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ED8C74-6DBF-A0DC-6FEF-19E033619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A4082-3625-2C39-F031-1D4FCB2EF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EBBE7-486E-4A71-9B2A-70CAEC3C3DA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558E62-3F35-E55B-0D6C-A1DB272C6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4CA48-F7D7-C387-4B72-01CDC202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CFFAC-2D83-4D8C-96FA-00E68E1EC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297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2CE93-3A26-4907-518B-E5F28260D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596ACD-F4E9-5AD3-6217-7E6D15FD0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50DEF-1FE8-F52D-2847-40A1C9AF9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EBBE7-486E-4A71-9B2A-70CAEC3C3DA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D55AF-B544-BDD1-0159-B60DD8DA5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09222-F265-35AD-9BFB-2140CEF8E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CFFAC-2D83-4D8C-96FA-00E68E1EC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898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D19CCC-96D6-6E2E-412F-E46FABF99F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7E6CCB-1CBC-6A9A-73A8-7766C5A734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7BFFC-1CAA-DA24-F8E2-E13DA5234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EBBE7-486E-4A71-9B2A-70CAEC3C3DA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30CE5-12A3-2AB5-4FA3-E43B54AE5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FCE14-7628-6503-6BD5-03035AE98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CFFAC-2D83-4D8C-96FA-00E68E1EC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881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423849-E234-7F9D-351E-47EEF925E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66805-A4B2-6E01-32C7-BE29AD9F0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53C40-BA0D-04AE-A0AF-C54E0C1CA6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EBBE7-486E-4A71-9B2A-70CAEC3C3DA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9597C-EDEB-7525-5100-55752A8C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38729-AC1F-00E2-03B7-2F22FEAE32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5CFFAC-2D83-4D8C-96FA-00E68E1EC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02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D0137A-0821-F5FB-95F8-DD5AC1584381}"/>
              </a:ext>
            </a:extLst>
          </p:cNvPr>
          <p:cNvSpPr txBox="1"/>
          <p:nvPr/>
        </p:nvSpPr>
        <p:spPr>
          <a:xfrm>
            <a:off x="683741" y="136525"/>
            <a:ext cx="10824518" cy="1951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Class project</a:t>
            </a:r>
          </a:p>
          <a:p>
            <a:pPr algn="ctr"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Derive and test your bedload transport relation from laboratory data</a:t>
            </a:r>
          </a:p>
        </p:txBody>
      </p:sp>
    </p:spTree>
    <p:extLst>
      <p:ext uri="{BB962C8B-B14F-4D97-AF65-F5344CB8AC3E}">
        <p14:creationId xmlns:p14="http://schemas.microsoft.com/office/powerpoint/2010/main" val="2043581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FE21F-0E9F-66AF-513B-24A2C38FC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04D1160-378A-3D60-4458-76EDC507D3E4}"/>
              </a:ext>
            </a:extLst>
          </p:cNvPr>
          <p:cNvSpPr txBox="1"/>
          <p:nvPr/>
        </p:nvSpPr>
        <p:spPr>
          <a:xfrm>
            <a:off x="1472541" y="136525"/>
            <a:ext cx="9298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Part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A3EF33-5AC6-7284-4E93-A0E6FCB6ACFB}"/>
              </a:ext>
            </a:extLst>
          </p:cNvPr>
          <p:cNvSpPr txBox="1"/>
          <p:nvPr/>
        </p:nvSpPr>
        <p:spPr>
          <a:xfrm>
            <a:off x="873211" y="996778"/>
            <a:ext cx="1026434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 prepared an excel file called FamousDatasets.xlsx and I uploaded it in the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excel_files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folder of the HSI repository. You should also find it in Moodle.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this file you will find data of famous bedload transport experiments, i.e. those performed by Meyer-Peter and Muller and those performed by Gilbert.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Part 1 of the class project consists in estimating the component of the bed shear stress in these experiments that contributed to bedload transport. </a:t>
            </a:r>
          </a:p>
        </p:txBody>
      </p:sp>
    </p:spTree>
    <p:extLst>
      <p:ext uri="{BB962C8B-B14F-4D97-AF65-F5344CB8AC3E}">
        <p14:creationId xmlns:p14="http://schemas.microsoft.com/office/powerpoint/2010/main" val="2130566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6BEADB-082F-7B12-D8F0-D39B20794C5F}"/>
              </a:ext>
            </a:extLst>
          </p:cNvPr>
          <p:cNvSpPr txBox="1"/>
          <p:nvPr/>
        </p:nvSpPr>
        <p:spPr>
          <a:xfrm>
            <a:off x="683741" y="136525"/>
            <a:ext cx="10824518" cy="658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Part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31A13C-E30E-66A2-09E3-1F335A2133E2}"/>
                  </a:ext>
                </a:extLst>
              </p:cNvPr>
              <p:cNvSpPr txBox="1"/>
              <p:nvPr/>
            </p:nvSpPr>
            <p:spPr>
              <a:xfrm>
                <a:off x="880831" y="973184"/>
                <a:ext cx="10264346" cy="53283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In part 1 you computed the sidewall corrected bed shear stress associated with skin friction for the experimental data in the FamousDatasets.xlsx file</a:t>
                </a: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AutoNum type="arabicParenR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Use these values of the bed shear stress to determine the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of your bedload transport relation using the Mayer-Peter and Muller dataset only</a:t>
                </a:r>
              </a:p>
              <a:p>
                <a:pPr marL="342900" indent="-342900">
                  <a:buAutoNum type="arabicParenR"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AutoNum type="arabicParenR"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AutoNum type="arabicParenR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How does your relation compare with the Mayer-Peter and Muller relations by Chien and Wong and Parker (slide 11 and Wong_2006.pdf paper in the paper folder of the course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github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repository)?</a:t>
                </a:r>
              </a:p>
              <a:p>
                <a:pPr marL="342900" indent="-342900">
                  <a:buAutoNum type="arabicParenR"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AutoNum type="arabicParenR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Derive a bedload relation using the Mayer-Peter and Muller datasets and the non-dimensional stream power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as primary hydraulic parameter.</a:t>
                </a:r>
              </a:p>
              <a:p>
                <a:pPr marL="342900" indent="-342900">
                  <a:buAutoNum type="arabicParenR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𝜔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𝜔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𝜌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(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𝑔𝑅𝐷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3/2</m:t>
                            </m:r>
                          </m:sup>
                        </m:sSup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𝑔𝑄𝑆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𝐵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(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𝑔𝑅𝐷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3/2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342900" indent="-342900">
                  <a:buAutoNum type="arabicParenR"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AutoNum type="arabicParenR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Which bedload transport model gives the best prediction of the bedload transport rate measured in the Gilbert experiments?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31A13C-E30E-66A2-09E3-1F335A213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831" y="973184"/>
                <a:ext cx="10264346" cy="5328382"/>
              </a:xfrm>
              <a:prstGeom prst="rect">
                <a:avLst/>
              </a:prstGeom>
              <a:blipFill>
                <a:blip r:embed="rId2"/>
                <a:stretch>
                  <a:fillRect l="-475" t="-686" r="-772" b="-5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BC7A43-A6AE-D11B-AAD9-A62D84AD68D2}"/>
                  </a:ext>
                </a:extLst>
              </p:cNvPr>
              <p:cNvSpPr txBox="1"/>
              <p:nvPr/>
            </p:nvSpPr>
            <p:spPr>
              <a:xfrm>
                <a:off x="1246174" y="2476569"/>
                <a:ext cx="2030556" cy="3266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𝑠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BC7A43-A6AE-D11B-AAD9-A62D84AD6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174" y="2476569"/>
                <a:ext cx="2030556" cy="326628"/>
              </a:xfrm>
              <a:prstGeom prst="rect">
                <a:avLst/>
              </a:prstGeom>
              <a:blipFill>
                <a:blip r:embed="rId3"/>
                <a:stretch>
                  <a:fillRect l="-299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9526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242</Words>
  <Application>Microsoft Office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Viparelli, Enrica</dc:creator>
  <cp:lastModifiedBy>Viparelli, Enrica</cp:lastModifiedBy>
  <cp:revision>1</cp:revision>
  <dcterms:created xsi:type="dcterms:W3CDTF">2026-07-31T07:24:37Z</dcterms:created>
  <dcterms:modified xsi:type="dcterms:W3CDTF">2026-07-31T07:28:37Z</dcterms:modified>
</cp:coreProperties>
</file>